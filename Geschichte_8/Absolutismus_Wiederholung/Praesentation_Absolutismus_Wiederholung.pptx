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Meldet euch.“ Ideen der Klasse sammeln, noch nicht bewerten. Erwartbar: Beamte, Soldaten, Geld, Gesetze, Religion, Adel bei Laune halten. Dann überleiten: „Ihr erinnert euch: Es gab fünf Säulen.“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Tafelbild gemeinsam entwickeln (nicht abzeichnen): Dach und fünf Säulen an die Tafel, die Klasse füllt sie. Stichworte: 1 Verwaltung und Justiz → Kontrolle über das Land · 2 Adel und Hof → kein adeliger Widerstand · 3 Wirtschaft → Geld für Hof, Beamte und Heer · 4 Religion → Herrschaft von Gott gewollt, ein Glaube · 5 Heer → Macht durchsetzen. Was fehlt, wird im Lückentext ergänzt. Ansage: „Meldet euch. Ihr schreibt noch nichts auf.“ Dann: „Jetzt schreibt ihr von der Folie ab: Merksatz 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Danach Arbeitsblatt Lückentext verteilen.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1 wahr: ca. 20 Mio. von gut 20,6 Mio. Menschen. Leitfrage im Gespräch: Wer gehört zum Dritten Stand? Wie groß sind die anderen Stände?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2 falsch: Adel zahlte keine Steuern. Im Gespräch: Welche weiteren Vorrechte kennt ihr? Wer zahlte dann die Steuern?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3 wahr (Säule Heer). Im Gespräch: Was kostet ein solches Heer? (ein Drittel des Staatshaushalts in Friedenszeiten)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4 falsch: 1685 Ende der Toleranz. Im Gespräch: Wie passt das zum Gottesgnadentum?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2.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Kontrolle kurz: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Die Karikatur gibt Hinweise auf Vorrechte und Lasten der Stände (hier: Karikatur Drei Stände, 1789; die Karikatur mit Sprechblasen kann die Bilddatei in quellcode/praesentation.js ersetzen). Danach 3 Schüler vorlesen lassen (verschiedene Stände): „Wer drankommt, liest vor. Alle prüfen mit.“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 Prüfen: Wird ein Vorrecht und eine Pflicht genannt? Passen sie zum Stand? Typische Fehler: Adel als Steuerzahler, Klerus mit Wehrdienst (befreit), Dritter Stand (Bauern und Bürger)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037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295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554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ein König ein ganzes Land regieren?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3108960"/>
          </a:xfrm>
          <a:prstGeom prst="roundRect">
            <a:avLst>
              <a:gd name="adj" fmla="val 2353"/>
            </a:avLst>
          </a:prstGeom>
          <a:solidFill>
            <a:srgbClr val="EAF0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Stellt euch vor: Ein Land mit über 20 Millionen Menschen. Ein König entscheidet allein.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braucht er, damit seine Befehle im ganzen Land befolgt werden?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Ihr schreibt noch nichts auf.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Sammelt Ideen im Gespräch.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ERINNERN · GEMEINSAM · TAFELBILD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gab fünf Säulen. Welche waren das?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Herrschaft Ludwigs XIV.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874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487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281178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11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1178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4" name="Shape 12"/>
          <p:cNvSpPr/>
          <p:nvPr/>
        </p:nvSpPr>
        <p:spPr>
          <a:xfrm>
            <a:off x="507492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502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750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8" name="Shape 16"/>
          <p:cNvSpPr/>
          <p:nvPr/>
        </p:nvSpPr>
        <p:spPr>
          <a:xfrm>
            <a:off x="733806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3806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2" name="Shape 20"/>
          <p:cNvSpPr/>
          <p:nvPr/>
        </p:nvSpPr>
        <p:spPr>
          <a:xfrm>
            <a:off x="960120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0130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013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Nennt die Säule und wie sie dem König hilft.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aufschreiben.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oben auf das Arbeitsblatt.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850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Merkantilismus · Gottesgnadentum · Versailles · Steuerfreiheit · Zölle · stehendes · 400.000 · Drittel · absoluter · Intendanten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1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1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Etwa 20 Millionen Bauern und Bürger – gegenüber ca. 500 000 Adligen und ca. 150 000 Geistlichen (Klerus).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2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2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war steuerfrei – das war eines seiner Vorrechte (neben dem alleinigen Jagdrecht). Steuern zahlte der Dritte Stand (Bauern und Bürger).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3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3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Säule Heer: einheitlich bewaffnet und uniformiert, in Kasernen, direkt dem König unterstellt – bis zu 400 000 Mann.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4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4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1685 beendete er die religiöse Toleranz: Wie nur einen König sollte es auch nur einen Glauben geben (Säule Religion, Gottesgnadentum).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0332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71817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7181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70332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417195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18680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18680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417195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64058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5543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554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64058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0921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12406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1240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0921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138160" cy="3383280"/>
          </a:xfrm>
          <a:prstGeom prst="roundRect">
            <a:avLst>
              <a:gd name="adj" fmla="val 2162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7269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Ü3 an den Rand. Betrachte die Karikatur.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4597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23160"/>
            <a:ext cx="7269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einen Stand und beende den Satz: „Im Absolutismus fühle ich mich …, weil …“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776472"/>
            <a:ext cx="7269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ein Recht und eine Pflicht deines Standes.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19" name="Image 0" descr="../material/karikatur_drei_stae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1371600"/>
            <a:ext cx="2788920" cy="34564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0292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(Geistliche) · Adel · Dritter Stand (Bauern und Bürger)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2 auswendig: Was bedeutet Absolutismus?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Ü3-Satz zu einem zweiten Stand noch einmal schreiben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2026-10-01T08:19:36Z</dcterms:created>
  <dcterms:modified xsi:type="dcterms:W3CDTF">2026-10-01T08:19:36Z</dcterms:modified>
</cp:coreProperties>
</file>