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1.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Nach der Einzelarbeit: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2. Rahmt ihn rot ein.“ Danach Arbeitsblatt Lückentext verteilen. Tipp: Die Säulen sind aus dem Gruppenpuzzle bekannt – kurz fragen, wer welche Säule bearbeitet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Nicht passend: Söldner, Parlament.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Raster aus dem Gruppenpuzzle (Stand | Anzahl | Bildung | Vorrechte | Pflichten) plus Spalte Mitbestimmung bereits leer an der Tafel. Inhalte siehe Tafelskript (aus den Gruppenpuzzle-Texten). Nach dem gemeinsamen Ausfüllen: „Jetzt schreibt ihr ab: die Tabelle. Mit Lineal.“ Lösungen siehe Tafelskript. Hinweis: Der Text nennt zur Mitbestimmung des Klerus nichts.  Der Dritte Stand ist ausgeschlossen, der Adel bestimmt das politische Geschehen.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Alle Zahlen stammen aus den Gruppenpuzzle-Texten. Der Text nennt zur Mitbestimmung des Klerus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Danach 3 Schüler vorlesen lassen (verschiedene Stände): „Wer drankommt, liest vor. Alle prüfen mit.“ Kriterien stehen auf der nächsten Folie.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Wehrdienst (befreit), Dritter Stand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Begriff ordnet eine ganze Epoche ein und ist im Test die Grundlage für alle weiteren Fragen.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Test sollst du die Säulen nennen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erklären, wie der König damit seine Macht sichert.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 Zwei Wörter passen nicht.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Söldner · Merkantilismus · Gottesgnadentum · Versailles · Steuerfreiheit · Zölle · stehendes · 400.000 · Drittel · absoluter · Intendanten · Parlament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194560" y="3209544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194560" y="32095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383280" y="3209544"/>
            <a:ext cx="16459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383280" y="3209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12064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2064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1520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09760" y="3209544"/>
            <a:ext cx="20574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09760" y="320954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3694176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900" dirty="0"/>
          </a:p>
        </p:txBody>
      </p:sp>
      <p:sp>
        <p:nvSpPr>
          <p:cNvPr id="33" name="Shape 30"/>
          <p:cNvSpPr/>
          <p:nvPr/>
        </p:nvSpPr>
        <p:spPr>
          <a:xfrm>
            <a:off x="2194560" y="3694176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83280" y="3694176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12064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731520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9509760" y="3694176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352544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4352544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2194560" y="4352544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3383280" y="4352544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2" name="Shape 39"/>
          <p:cNvSpPr/>
          <p:nvPr/>
        </p:nvSpPr>
        <p:spPr>
          <a:xfrm>
            <a:off x="512064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3" name="Shape 40"/>
          <p:cNvSpPr/>
          <p:nvPr/>
        </p:nvSpPr>
        <p:spPr>
          <a:xfrm>
            <a:off x="731520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9509760" y="4352544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548640" y="5010912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48640" y="5010912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2194560" y="5010912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8" name="Shape 45"/>
          <p:cNvSpPr/>
          <p:nvPr/>
        </p:nvSpPr>
        <p:spPr>
          <a:xfrm>
            <a:off x="3383280" y="5010912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9" name="Shape 46"/>
          <p:cNvSpPr/>
          <p:nvPr/>
        </p:nvSpPr>
        <p:spPr>
          <a:xfrm>
            <a:off x="512064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0" name="Shape 47"/>
          <p:cNvSpPr/>
          <p:nvPr/>
        </p:nvSpPr>
        <p:spPr>
          <a:xfrm>
            <a:off x="731520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9509760" y="5010912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150 000)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500 000)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(ca. 20 000 000)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haben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Der Dritte Stand zahlt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 und Abgaben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ist von der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politischen Mitbestimmung ausgeschlossen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Jagdrecht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Klerus: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Kirchenzehnt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3.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erklärst, warum Ludwig den Adel bei Laune hält und warum der Dritte Stand die Last trägt.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zahlt, wer ist ausgeschlossen?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Menschen haben die Vorrechte, viele tragen die Last.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615184"/>
          </a:xfrm>
          <a:prstGeom prst="roundRect">
            <a:avLst>
              <a:gd name="adj" fmla="val 279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 und wähle einen Stand: Klerus, Adel oder Dritter Stand.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ab und beende ihn: „Im Absolutismus fühle ich mich … , weil …“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31775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177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in deiner Begründung mindestens ein Recht und eine Pflicht deines Standes.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Gefühle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privilegiert · sicher · zufrieden · ausgenutzt · benachteiligt · machtlos · überlastet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 für die Begründung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 · Steuerfreiheit · Jagdrecht · Kirchenzehnt · Pachtgebühren · Mitbestimmung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1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2026-09-30T17:17:39Z</dcterms:created>
  <dcterms:modified xsi:type="dcterms:W3CDTF">2026-09-30T17:17:39Z</dcterms:modified>
</cp:coreProperties>
</file>