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Meldet euch.“ Ideen der Klasse sammeln, noch nicht bewerten. Erwartbar: Beamte, Soldaten, Geld, Gesetze, Religion, Adel bei Laune halten. Dann überleiten: „Ihr erinnert euch: Es gab fünf Säulen.“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Tafelbild gemeinsam entwickeln (nicht abzeichnen): Dach und fünf Säulen an die Tafel, die Klasse füllt sie. Stichworte: 1 Verwaltung und Justiz → Kontrolle über das Land · 2 Adel und Hof → kein adeliger Widerstand · 3 Wirtschaft → Geld für Hof, Beamte und Heer · 4 Religion → Herrschaft von Gott gewollt, ein Glaube · 5 Heer → Macht durchsetzen. Was fehlt, wird im Lückentext ergänzt. Ansage: „Meldet euch. Ihr schreibt noch nichts auf.“ Dann: „Jetzt schreibt ihr von der Folie ab: Merksatz 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Danach Arbeitsblatt Lückentext verteilen.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1 wahr: ca. 20 Mio. von gut 20,6 Mio. Menschen. Leitfrage im Gespräch: Wer gehört zum Dritten Stand? Wie groß sind die anderen Stände?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2 falsch: Adel zahlte keine Steuern. Im Gespräch: Welche weiteren Vorrechte kennt ihr? Wer zahlte dann die Steuern?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3 wahr (Säule Heer). Im Gespräch: Was kostet ein solches Heer? (ein Drittel des Staatshaushalts in Friedenszeiten)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schreibt noch nichts auf. Entscheidet still und meldet euch.“ Unterrichtsgespräch: Entscheidung und Begründung sammeln, erst dann die nächste Folie (Antwort) zeigen. Lösung: 4 falsch: 1685 Ende der Toleranz. Im Gespräch: Wie passt das zum Gottesgnadentum?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zeigen, wenn die Klasse begründet hat. Nicht ausführlich erklären: Was unsicher bleibt, kommt in den folgenden Phasen.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2.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Kontrolle kurz: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„Hefte zu. Ihr schreibt noch nichts auf. Meldet euch.“ Raster aus dem Gruppenpuzzle (Stand | Anzahl | Bildung | Vorrechte | Pflichten) plus Spalte Mitbestimmung bereits leer an der Tafel. Inhalte siehe Tafelskript (aus den Gruppenpuzzle-Texten). Nach dem gemeinsamen Ausfüllen: „Jetzt schreibt ihr ab: die Tabelle. Mit Lineal.“ Lösungen siehe Tafelskript. Hinweis: Der Text nennt zur Mitbestimmung des Klerus nichts.  Der Dritte Stand ist ausgeschlossen, der Adel bestimmt das politische Geschehen.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3. Rahmt ihn rot ein.“ Alle Zahlen stammen aus den Gruppenpuzzle-Texten. Der Text nennt zur Mitbestimmung des Klerus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Die Karikatur gibt Hinweise auf Vorrechte und Lasten der Stände (hier: Karikatur Drei Stände, 1789; wenn vorhanden, stattdessen die Karikatur mit Sprechblasen einsetzen: Bilddatei in quellcode/praesentation.js austauschen). Danach 3 Schüler vorlesen lassen (verschiedene Stände): „Wer drankommt, liest vor. Alle prüfen mit.“ Kriterien stehen auf der nächsten Folie. Mögliche Antwort: „Im Absolutismus fühle ich mich als Adeliger privilegiert, weil ich keine Steuern zahlen muss und allein jagen darf. Dafür muss ich mich ehrenhaft verhalten und Verwaltungsaufgaben übernehmen.“ / „… als Bauer ausgenutzt, weil ich Steuern, hohe Abgaben und Pachtgebühren zahlen muss und von der Mitbestimmung ausgeschlossen bin.“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„Wer drankommt, liest vor. Alle prüfen mit.“ Typische Fehler: Adel als Steuerzahler, Klerus mit Wehrdienst (befreit), Dritter Stand (Bauern und Bürger) mit Vorrechten.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219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 · Pflichten · Anzahl · Mitbestimmung (dazu: Bildung)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478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kann ein König ein ganzes Land regieren?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3108960"/>
          </a:xfrm>
          <a:prstGeom prst="roundRect">
            <a:avLst>
              <a:gd name="adj" fmla="val 2353"/>
            </a:avLst>
          </a:prstGeom>
          <a:solidFill>
            <a:srgbClr val="EAF0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Stellt euch vor: Ein Land mit über 20 Millionen Menschen. Ein König entscheidet allein.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braucht er, damit seine Befehle im ganzen Land befolgt werden?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Ihr schreibt noch nichts auf.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Sammelt Ideen im Gespräch.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ERINNERN · GEMEINSAM · TAFELBILD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gab fünf Säulen. Welche waren das?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Herrschaft Ludwigs XIV.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874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487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281178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11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1178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4" name="Shape 12"/>
          <p:cNvSpPr/>
          <p:nvPr/>
        </p:nvSpPr>
        <p:spPr>
          <a:xfrm>
            <a:off x="507492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502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750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8" name="Shape 16"/>
          <p:cNvSpPr/>
          <p:nvPr/>
        </p:nvSpPr>
        <p:spPr>
          <a:xfrm>
            <a:off x="733806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381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3806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2" name="Shape 20"/>
          <p:cNvSpPr/>
          <p:nvPr/>
        </p:nvSpPr>
        <p:spPr>
          <a:xfrm>
            <a:off x="9601200" y="2606040"/>
            <a:ext cx="2057400" cy="3017520"/>
          </a:xfrm>
          <a:prstGeom prst="roundRect">
            <a:avLst>
              <a:gd name="adj" fmla="val 3556"/>
            </a:avLst>
          </a:prstGeom>
          <a:solidFill>
            <a:srgbClr val="EAF0FA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01300" y="27889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013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35204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Nennt die Säule und wie sie dem König hilft.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nichts aufschreiben.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oben auf das Arbeitsblatt.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867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23367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Merkantilismus · Gottesgnadentum · Versailles · Steuerfreiheit · Zölle · stehendes · 400.000 · Drittel · absoluter · Intendanten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1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1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Dritte Stand (Bauern und Bürger) war mit Abstand der größte Stand.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Etwa 20 Millionen Bauern und Bürger – gegenüber ca. 500 000 Adligen und ca. 150 000 Geistlichen (Klerus).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2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2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musste hohe Steuern an den König zahlen.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Adel war steuerfrei – das war eines seiner Vorrechte (neben dem alleinigen Jagdrecht). Steuern zahlte der Dritte Stand (Bauern und Bürger).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3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3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verzichtete auf Söldner und baute ein stehendes Heer auf.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2E9E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Säule Heer: einheitlich bewaffnet und uniformiert, in Kasernen, direkt dem König unterstellt – bis zu 400 000 Mann.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AUSSAGE 4 VON 4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Wahr oder falsch?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 still, melde dich, begründe.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„falsch“: Aussage verbessern.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WAHR ODER FALSCH? · ANTWORT 4 VON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erlaubte den Protestanten die freie Religionsausübung.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49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1685 beendete er die religiöse Toleranz: Wie nur einen König sollte es auch nur einen Glauben geben (Säule Religion, Gottesgnadentum).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Stimmt deine Begründung mit der Folie überein?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 · TAFEL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 aus dem Kopf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Heft zu. Ihr meldet euch und nennt, was ihr wisst.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füllen die Tabelle an der Tafel gemeinsam aus.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schreibst du die fertige Tabelle mit Lineal ab.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209544"/>
            <a:ext cx="15544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20954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194560" y="3209544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194560" y="32095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383280" y="3209544"/>
            <a:ext cx="16459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383280" y="32095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Bildung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12064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2064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Vorrechte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15200" y="3209544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0" y="32095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Pflichten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09760" y="3209544"/>
            <a:ext cx="205740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509760" y="3209544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Mitbestimmung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3694176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3694176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Stand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194560" y="3694176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3383280" y="3694176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5" name="Shape 32"/>
          <p:cNvSpPr/>
          <p:nvPr/>
        </p:nvSpPr>
        <p:spPr>
          <a:xfrm>
            <a:off x="512064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7315200" y="3694176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7" name="Shape 34"/>
          <p:cNvSpPr/>
          <p:nvPr/>
        </p:nvSpPr>
        <p:spPr>
          <a:xfrm>
            <a:off x="9509760" y="3694176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352544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48640" y="4352544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194560" y="4352544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1" name="Shape 38"/>
          <p:cNvSpPr/>
          <p:nvPr/>
        </p:nvSpPr>
        <p:spPr>
          <a:xfrm>
            <a:off x="3383280" y="4352544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2" name="Shape 39"/>
          <p:cNvSpPr/>
          <p:nvPr/>
        </p:nvSpPr>
        <p:spPr>
          <a:xfrm>
            <a:off x="512064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3" name="Shape 40"/>
          <p:cNvSpPr/>
          <p:nvPr/>
        </p:nvSpPr>
        <p:spPr>
          <a:xfrm>
            <a:off x="7315200" y="4352544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4" name="Shape 41"/>
          <p:cNvSpPr/>
          <p:nvPr/>
        </p:nvSpPr>
        <p:spPr>
          <a:xfrm>
            <a:off x="9509760" y="4352544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5" name="Shape 42"/>
          <p:cNvSpPr/>
          <p:nvPr/>
        </p:nvSpPr>
        <p:spPr>
          <a:xfrm>
            <a:off x="548640" y="5010912"/>
            <a:ext cx="15544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48640" y="5010912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Bauern, Bürger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194560" y="5010912"/>
            <a:ext cx="109728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8" name="Shape 45"/>
          <p:cNvSpPr/>
          <p:nvPr/>
        </p:nvSpPr>
        <p:spPr>
          <a:xfrm>
            <a:off x="3383280" y="5010912"/>
            <a:ext cx="16459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9" name="Shape 46"/>
          <p:cNvSpPr/>
          <p:nvPr/>
        </p:nvSpPr>
        <p:spPr>
          <a:xfrm>
            <a:off x="512064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0" name="Shape 47"/>
          <p:cNvSpPr/>
          <p:nvPr/>
        </p:nvSpPr>
        <p:spPr>
          <a:xfrm>
            <a:off x="7315200" y="5010912"/>
            <a:ext cx="21031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51" name="Shape 48"/>
          <p:cNvSpPr/>
          <p:nvPr/>
        </p:nvSpPr>
        <p:spPr>
          <a:xfrm>
            <a:off x="9509760" y="5010912"/>
            <a:ext cx="20574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3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Ständegesellschaft gehört jeder Mensch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 Geburt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 einem von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Ständen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(ca. 150 000)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 (ca. 500 000)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Dritter Stand (Bauern und Bürger, ca. 20 000 000)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haben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Vorrechte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Der Dritte Stand zahlt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Steuern und Abgaben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ist von der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politischen Mitbestimmung ausgeschlossen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Jagdrecht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Klerus: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Kirchenzehnt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Dritter Stand: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Abgaben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zahlt, wer ist ausgeschlossen?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 Menschen haben die Vorrechte, viele tragen die Last.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406640" cy="2935224"/>
          </a:xfrm>
          <a:prstGeom prst="roundRect">
            <a:avLst>
              <a:gd name="adj" fmla="val 2492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Rand. Betrachte die Karikatur.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3728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9152"/>
            <a:ext cx="6537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einen Stand und beende den Satz: „Im Absolutismus fühle ich mich …, weil …“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4975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4975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483864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ein Recht und eine Pflicht deines Standes.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19" name="Image 0" descr="../material/karikatur_drei_stae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4" y="1417320"/>
            <a:ext cx="3511296" cy="434340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4489704"/>
            <a:ext cx="7406640" cy="1325880"/>
          </a:xfrm>
          <a:prstGeom prst="roundRect">
            <a:avLst>
              <a:gd name="adj" fmla="val 5517"/>
            </a:avLst>
          </a:prstGeom>
          <a:solidFill>
            <a:srgbClr val="F4F7F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7240" y="458114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48554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(Geistliche) · Adel · Dritter Stand (Bauern und Bürger)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77240" y="526694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Begriffe: Vorrechte · Steuerfreiheit · Jagdrecht · Kirchenzehnt · Pachtgebühren · Mitbestimmung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ZU Ü4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die Sätze der anderen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zu: Welcher Stand wurde gewählt?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Wird ein Recht und eine Pflicht genannt? Passen sie zum Stand?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Passt das Gefühl zur Begründung?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korrigiert, nennt die Begründung mit Fachbegriff.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2 auswendig: Was bedeutet Absolutismus?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Ü4-Satz zu einem zweiten Stand noch einmal schreiben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2026-09-30T17:34:24Z</dcterms:created>
  <dcterms:modified xsi:type="dcterms:W3CDTF">2026-09-30T17:34:24Z</dcterms:modified>
</cp:coreProperties>
</file>