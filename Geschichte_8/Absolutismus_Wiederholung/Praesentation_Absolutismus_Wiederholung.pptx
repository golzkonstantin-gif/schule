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die Merksätze (zum Abschreiben) und die Aufgaben. Tafelbilder und die Tabelle zur Ständegesellschaft entstehen an der Tafel (siehe Tafelskript). Lösungen stehen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hört nur zu. Nächste Woche schreiben wir einen Test zu diesen drei Themen. Die Stunde heute ist eure Vorbereitung: Was hier nicht klappt, wisst ihr danach.“ Noch keinen Termin im Detail diskutieren; Fragen zum Test am Stundenende.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Meldet euch.“ Ideen der Klasse sammeln, noch nicht bewerten. Erwartbar: Beamte, Soldaten, Geld, Gesetze, Religion, Adel bei Laune halten. Dann überleiten: „Ihr erinnert euch: Es gab fünf Säulen.“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Tafelbild gemeinsam entwickeln (nicht abzeichnen): Dach und fünf Säulen an die Tafel, die Klasse füllt sie. Stichworte: 1 Verwaltung und Justiz → Kontrolle über das Land · 2 Adel und Hof → kein adeliger Widerstand · 3 Wirtschaft → Geld für Hof, Beamte und Heer · 4 Religion → Herrschaft von Gott gewollt, ein Glaube · 5 Heer → Macht durchsetzen. Was fehlt, wird im Lückentext ergänzt. Ansage: „Meldet euch. Ihr schreibt noch nichts auf.“ Dann: „Jetzt schreibt ihr von der Folie ab: Merksatz 1.“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1. Rahmt ihn rot ein.“ Danach Arbeitsblatt Lückentext verteilen.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absoluter · 2 Beamte · 3 Intendanten · 4 Steuerfreiheit · 5 Versailles · 6 Merkantilismus · 7 Zölle · 8 Gottesgnadentum · 9 Glaube · 10 stehendes · 11 400.000 · 12 Drittel. Kontrolle: „Wer drankommt, liest einen Absatz vor. Alle prüfen mit.“ Dann „Vergleicht und verbessert mit Grün.“ Schnelle machen die ★-Aufgabe (wichtigste Säule begründen).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1 wahr: ca. 20 Mio. von gut 20,6 Mio. Menschen. Leitfrage im Gespräch: Wer gehört zum Dritten Stand? Wie groß sind die anderen Stände?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2 falsch: Adel zahlte keine Steuern. Im Gespräch: Welche weiteren Vorrechte kennt ihr? Wer zahlte dann die Steuern?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Exkurs zur Verdeutlichung (ca. 5 Minuten, bei Zeitnot weglassen). Ansage: „Stifte liegen. Ihr schreibt noch nichts auf. Meldet euch.“ Brutto und Netto von der Klasse erklären lassen, dann die Zahl nennen. Hinweis: 50 000 € ist ein runder Wert. Der Durchschnitt für Vollzeitbeschäftigte liegt nach meinem Kenntnisstand eher höher (etwa 55 000 bis 60 000 € im Jahr). Aktuellen Wert beim Statistischen Bundesamt prüfen und ggf.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Gerundete Beispielrechnung: ledig, ohne Kinder, Lohnsteuerklasse I, Stand etwa 2025. Mit einem Brutto-Netto-Rechner (z. B. des Bundesfinanzministeriums) gegenprüfen und die Zahlen ggf. anpassen. Impuls: Wofür braucht der Staat Steuern? (Schulen, Straßen, Polizei, Bundeswehr, Beamte). Das ist die Brücke zu Versailles, Heer und Beamten im Absolutismus.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zu zweit. Die Aufgabe steht rechts.“ Lösung: 7 000 € : 12 ≈ 580 € mehr pro Monat. Begründung offen, erwartbar: ungerecht, weil beide gleich viel verdienen und die Straßen, Schulen und die Polizei gleich nutzen. Danach 2 bis 3 Antworten sammeln. Leitfrage zur Überleitung: „Und jetzt stellt euch vor, das hängt nur davon ab, in welche Familie ihr geboren seid.“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„Meldet euch. Ihr schreibt noch nichts auf.“ Antwort: der Dritte Stand (Bauern und Bürger). Überleitung zurück zu Wahr oder falsch, Aussage 3 (stehendes Heer) und 4: Was kostet das alles? (Heer in Friedenszeiten ein Drittel des Staatshaushalts.) Der Adel zahlte keine Steuern, hatte aber ranghohe Posten in der Armee und alleiniges Jagdrecht.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3 wahr (Säule Heer). Im Gespräch: Was kostet ein solches Heer? (ein Drittel des Staatshaushalts in Friedenszeiten)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4 falsch: 1685 Ende der Toleranz. Im Gespräch: Wie passt das zum Gottesgnadentum?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Vorher: Wort „Absolutismus“ an die Tafel, gemeinsam klären: absolut = uneingeschränkt. Dann Ansage: „Jetzt schreibt ihr von der Folie ab: Merksatz 2. Rahmt ihn rot ein.“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Absolutismus (keine Kontrolle) · 2 kein Absolutismus (Parlament kann den König stoppen) · 3 Absolutismus (Beamte sind dem König zum Gehorsam verpflichtet, er kontrolliert sie) · 4 kein Absolutismus (Wahl = Demokratie, Macht ist begrenzt). Kontrolle kurz: „Wer drankommt, schreibt an die Tafel. Alle prüfen mit.“ Dann: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Die Karikatur gibt Hinweise auf Vorrechte und Lasten der Stände (hier: Karikatur Drei Stände, 1789; die Karikatur mit Sprechblasen kann die Bilddatei in quellcode/praesentation.js ersetzen). Danach 3 Schüler vorlesen lassen (verschiedene Stände): „Wer drankommt, liest vor. Alle prüfen mit.“ Mögliche Antwort: „Im Absolutismus fühle ich mich als Adeliger privilegiert, weil ich keine Steuern zahlen muss und allein jagen darf. Dafür muss ich mich ehrenhaft verhalten und Verwaltungsaufgaben übernehmen.“ / „… als Bauer ausgenutzt, weil ich Steuern, hohe Abgaben und Pachtgebühren zahlen muss und von der Mitbestimmung ausgeschlossen bin.“ Prüfen: Wird ein Vorrecht und eine Pflicht genannt? Passen sie zum Stand? Typische Fehler: Adel als Steuerzahler, Klerus mit Wehrdienst (befreit), Dritter Stand (Bauern und Bürger) mit Vorrechten. Dann: „Verbessert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Das ist eure Lernliste für den Test. Fragen zum Test?“ Die Liste bewusst kurz halten; Testtermin noch einmal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und Ständegesellschaft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vor dem Test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Geschichte, Klasse 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ANSAGE ZU BEGINN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Woche schreiben wir einen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31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4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282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Ständegesellschaft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0370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 · Pflichten · Anzahl · Mitbestimmung (dazu: Bildung)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2689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68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 Absolutismus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2958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er? Woran erkenne ich ihn?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5948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94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7997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5546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Nennen und erklären, wie der König damit seine Macht sichert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wiederholen genau das und ergänzen, was in euren Unterlagen noch fehlt.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kann ein König ein ganzes Land regieren?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3108960"/>
          </a:xfrm>
          <a:prstGeom prst="roundRect">
            <a:avLst>
              <a:gd name="adj" fmla="val 2353"/>
            </a:avLst>
          </a:prstGeom>
          <a:solidFill>
            <a:srgbClr val="EAF0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Stellt euch vor: Ein Land mit über 20 Millionen Menschen. Ein König entscheidet allein.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braucht er, damit seine Befehle im ganzen Land befolgt werden?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Ihr schreibt noch nichts auf.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Sammelt Ideen im Gespräch.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ERINNERN · GEMEINSAM · TAFELBILD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gab fünf Säulen. Welche waren das?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Herrschaft Ludwigs XIV.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874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487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0" name="Shape 8"/>
          <p:cNvSpPr/>
          <p:nvPr/>
        </p:nvSpPr>
        <p:spPr>
          <a:xfrm>
            <a:off x="281178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11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1178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4" name="Shape 12"/>
          <p:cNvSpPr/>
          <p:nvPr/>
        </p:nvSpPr>
        <p:spPr>
          <a:xfrm>
            <a:off x="507492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502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750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8" name="Shape 16"/>
          <p:cNvSpPr/>
          <p:nvPr/>
        </p:nvSpPr>
        <p:spPr>
          <a:xfrm>
            <a:off x="733806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33806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22" name="Shape 20"/>
          <p:cNvSpPr/>
          <p:nvPr/>
        </p:nvSpPr>
        <p:spPr>
          <a:xfrm>
            <a:off x="960120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0130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013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26" name="Shape 24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Nennt die Säule und wie sie dem König hilft.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nichts aufschreiben.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17320"/>
            <a:ext cx="10469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sicherte seine Macht auf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Säulen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Verwaltung und Justiz ·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Adel und Hof von Versailles ·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Wirtschaft (Merkantilismus) ·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Religion (Gottesgnadentum) ·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Heer (stehendes Heer).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40156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Verwaltung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kontrolliert das Land ·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Hof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bindet den Adel ·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liefert Geld ·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begründet die Macht · </a:t>
            </a:r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Heer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setzt sie durch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645152"/>
            <a:ext cx="11109960" cy="886968"/>
          </a:xfrm>
          <a:prstGeom prst="roundRect">
            <a:avLst>
              <a:gd name="adj" fmla="val 8247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645152"/>
            <a:ext cx="106070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Säule fragen: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sichert der König damit?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ARBEITSBLATT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Lückentext: Die fünf Säulen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oben auf das Arbeitsblatt.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 einmal ganz. Ergänze dann die 12 Lücken mit dem Wortspeicher.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990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535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Streiche jedes benutzte Wort durch.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 Schnelle: ★-Aufgabe.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850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Wortspeicher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· Glaube · Merkantilismus · Gottesgnadentum · Versailles · Steuerfreiheit · Zölle · stehendes · 400.000 · Drittel · absoluter · Intendanten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1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 war mit Abstand der größte Stand.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1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 war mit Abstand der größte Stand.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38100">
            <a:solidFill>
              <a:srgbClr val="2E9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Etwa 20 Millionen Bauern und Bürger – gegenüber ca. 500 000 Adligen und ca. 150 000 Geistlichen (Klerus).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2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2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war steuerfrei – das war eines seiner Vorrechte (neben dem alleinigen Jagdrecht). Steuern zahlte der Dritte Stand (Bauern und Bürger).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EXKURS · GEMEINSAM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Exkurs: Steuern in Deutschland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AF0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Brutto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Lohn vor allen Abzügen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AF0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16002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Netto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331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Das, was auf dem Konto ankommt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11109960" cy="1737360"/>
          </a:xfrm>
          <a:prstGeom prst="roundRect">
            <a:avLst>
              <a:gd name="adj" fmla="val 4211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749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Durchschnittsgehalt in Deutschland (gerundet):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343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50 000 € brutto im Jahr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Wer erklärt brutto und netto?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nichts aufschreiben.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EXKURS · GEMEINSAM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bleibt von 50 000 € brutto?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Brutto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1463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50 000 €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AF0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87168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Lohnsteuer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24871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7 000 €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48640" y="3511296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AF0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511296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Sozialabgaben (Rente, Kranken-, Pflege-, Arbeitslosenversicherung)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351129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10 500 €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48640" y="4535424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535424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Netto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53542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32 500 €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Wofür braucht der Staat die Steuern?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nichts aufschreiben.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EXKURS · ÜBUNG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Stellt euch vor: keine Steuern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2560320"/>
          </a:xfrm>
          <a:prstGeom prst="roundRect">
            <a:avLst>
              <a:gd name="adj" fmla="val 285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verdienst 50 000 € brutto und zahlst keine Steuern.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Rechne: Wie viel mehr hast du im Monat? (Lohnsteuer: ca. 7 000 € im Jahr)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990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5351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Antworte: Wäre das gerecht, wenn dein Nachbar mit demselben Gehalt Steuern zahlt? Begründe.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zu zweit · Flüsterstimme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EXKURS · ZURÜCK ZUM ABSOLUTISMUS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Genau das war im Absolutismus Realität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EAF0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(ca. 500 000 Menschen) zahlte keine Steuern – nur wegen seiner Geburt.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F4F7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(ca. 20 000 000 Menschen) zahlte Steuern und Abgaben für fast alles.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bezahlte dann Versailles, Heer und Beamte?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3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3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38100">
            <a:solidFill>
              <a:srgbClr val="2E9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Säule Heer: einheitlich bewaffnet und uniformiert, in Kasernen, direkt dem König unterstellt – bis zu 400 000 Mann.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4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4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1685 beendete er die religiöse Toleranz: Wie nur einen König sollte es auch nur einen Glauben geben (Säule Religion, Gottesgnadentum).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2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17320"/>
            <a:ext cx="10469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war eine Herrschaftsform in Europa im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und 18. Jahrhundert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in der ein einzelner Monarch (König oder Fürst)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uneingeschränkt (absolut)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herrschte.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40156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verkündet 1661: „Ich regiere jetzt selbst.“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645152"/>
            <a:ext cx="11109960" cy="886968"/>
          </a:xfrm>
          <a:prstGeom prst="roundRect">
            <a:avLst>
              <a:gd name="adj" fmla="val 8247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645152"/>
            <a:ext cx="106070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den König stoppen (Parlament, Verfassung, Stände)?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Absolutismus.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– ja oder nein?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an den Rand.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Nummer + „Absolutismus“ oder „kein Absolutismus“.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990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535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dem Test: Kann jemand den König stoppen?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03320"/>
            <a:ext cx="11109960" cy="395478"/>
          </a:xfrm>
          <a:prstGeom prst="roundRect">
            <a:avLst>
              <a:gd name="adj" fmla="val 18497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718179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7181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703320"/>
            <a:ext cx="10241280" cy="39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König entscheidet allein über Gesetze, Krieg und Steuern.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4171950"/>
            <a:ext cx="11109960" cy="395478"/>
          </a:xfrm>
          <a:prstGeom prst="roundRect">
            <a:avLst>
              <a:gd name="adj" fmla="val 18497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186809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18680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4171950"/>
            <a:ext cx="10241280" cy="39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Parlament kann Steuererhöhungen des Königs verbieten.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640580"/>
            <a:ext cx="11109960" cy="395478"/>
          </a:xfrm>
          <a:prstGeom prst="roundRect">
            <a:avLst>
              <a:gd name="adj" fmla="val 18497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55439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554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640580"/>
            <a:ext cx="10241280" cy="39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handeln im Namen des Königs und müssen ihm gehorchen.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09210"/>
            <a:ext cx="11109960" cy="395478"/>
          </a:xfrm>
          <a:prstGeom prst="roundRect">
            <a:avLst>
              <a:gd name="adj" fmla="val 18497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124069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1240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09210"/>
            <a:ext cx="10241280" cy="39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Bürger wählen alle vier Jahre ihre Regierung.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Absolutismus fühle ich mich 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138160" cy="3383280"/>
          </a:xfrm>
          <a:prstGeom prst="roundRect">
            <a:avLst>
              <a:gd name="adj" fmla="val 2162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7269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Ü3 an den Rand. Betrachte die Karikatur.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45973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423160"/>
            <a:ext cx="7269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einen Stand und beende den Satz: „Im Absolutismus fühle ich mich …, weil …“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776472"/>
            <a:ext cx="7269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ein Recht und eine Pflicht deines Standes.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19" name="Image 0" descr="../material/karikatur_drei_stae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1371600"/>
            <a:ext cx="2788920" cy="34564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02920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22960" y="50292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(Geistliche) · Adel · Dritter Stand (Bauern und Bürger)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lernst du bis zum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Merksatz 2 auswendig: Was bedeutet Absolutismus?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 noch einmal ohne Wortspeicher ausfüllen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4747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Ständegesellschaft aus dem Kopf aufschreiben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348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Ü3-Satz zu einem zweiten Stand noch einmal schreiben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Woche · Ständegesellschaft · Absolutismus · fünf Säulen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Absolutismus und Ständegesellschaft – Wiederholung</dc:title>
  <dc:subject>PptxGenJS Presentation</dc:subject>
  <dc:creator>PptxGenJS</dc:creator>
  <cp:lastModifiedBy>PptxGenJS</cp:lastModifiedBy>
  <cp:revision>1</cp:revision>
  <dcterms:created xsi:type="dcterms:W3CDTF">2026-10-01T08:35:25Z</dcterms:created>
  <dcterms:modified xsi:type="dcterms:W3CDTF">2026-10-01T08:35:25Z</dcterms:modified>
</cp:coreProperties>
</file>