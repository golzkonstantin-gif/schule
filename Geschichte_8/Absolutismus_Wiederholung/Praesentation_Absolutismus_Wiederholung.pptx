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enthält die Merksätze (zum Abschreiben) und die Aufgaben. Tafelbilder und die Tabelle zur Ständegesellschaft entstehen an der Tafel (siehe Tafelskript). Lösungen stehen in den Notizen.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hört nur zu. Nächste Woche schreiben wir einen Test zu diesen drei Themen. Die Stunde heute ist eure Vorbereitung: Was hier nicht klappt, wisst ihr danach.“ Noch keinen Termin im Detail diskutieren; Fragen zum Test am Stundenende.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Meldet euch.“ Ideen der Klasse sammeln, noch nicht bewerten. Erwartbar: Beamte, Soldaten, Geld, Gesetze, Religion, Adel bei Laune halten. Dann überleiten: „Ihr erinnert euch: Es gab fünf Säulen.“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Tafelbild gemeinsam entwickeln (nicht abzeichnen): Dach und fünf Säulen an die Tafel, die Klasse füllt sie. Stichworte: 1 Verwaltung und Justiz → Kontrolle über das Land · 2 Adel und Hof → kein adeliger Widerstand · 3 Wirtschaft → Geld für Hof, Beamte und Heer · 4 Religion → Herrschaft von Gott gewollt, ein Glaube · 5 Heer → Macht durchsetzen. Was fehlt, wird im Lückentext ergänzt. Ansage: „Meldet euch. Ihr schreibt noch nichts auf.“ Dann: „Jetzt schreibt ihr von der Folie ab: Merksatz 1.“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1. Rahmt ihn rot ein.“ Danach Arbeitsblatt Lückentext verteilen.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absoluter · 2 Beamte · 3 Intendanten · 4 Steuerfreiheit · 5 Versailles · 6 Merkantilismus · 7 Zölle · 8 Gottesgnadentum · 9 Glaube · 10 stehendes · 11 400.000 · 12 Drittel. Nicht passend: Söldner, Parlament. Kontrolle: „Wer drankommt, liest einen Absatz vor. Alle prüfen mit.“ Dann „Vergleicht und verbessert mit Grün.“ Schnelle machen die ★-Aufgabe (wichtigste Säule begründen).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1 wahr: ca. 20 Mio. von gut 20,6 Mio. Menschen. Leitfrage im Gespräch: Wer gehört zum Dritten Stand? Wie groß sind die anderen Stände?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2 falsch: Adel zahlte keine Steuern. Im Gespräch: Welche weiteren Vorrechte kennt ihr? Wer zahlte dann die Steuern?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3 wahr (Säule Heer). Im Gespräch: Was kostet ein solches Heer? (ein Drittel des Staatshaushalts in Friedenszeiten)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4 falsch: 1685 Ende der Toleranz. Im Gespräch: Wie passt das zum Gottesgnadentum?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Vorher: Wort „Absolutismus“ an die Tafel, gemeinsam klären: absolut = uneingeschränkt. Dann Ansage: „Jetzt schreibt ihr von der Folie ab: Merksatz 2. Rahmt ihn rot ein.“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Absolutismus (keine Kontrolle) · 2 kein Absolutismus (Parlament kann den König stoppen) · 3 Absolutismus (Beamte sind dem König zum Gehorsam verpflichtet, er kontrolliert sie) · 4 kein Absolutismus (Wahl = Demokratie, Macht ist begrenzt). Kontrolle kurz: „Wer drankommt, schreibt an die Tafel. Alle prüfen mit.“ Dann: „Vergleicht und 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„Hefte zu. Ihr schreibt noch nichts auf. Meldet euch.“ Raster aus dem Gruppenpuzzle (Stand | Anzahl | Bildung | Vorrechte | Pflichten) plus Spalte Mitbestimmung bereits leer an der Tafel. Inhalte siehe Tafelskript (aus den Gruppenpuzzle-Texten). Nach dem gemeinsamen Ausfüllen: „Jetzt schreibt ihr ab: die Tabelle. Mit Lineal.“ Lösungen siehe Tafelskript. Hinweis: Der Text nennt zur Mitbestimmung des Klerus nichts.  Der Dritte Stand ist ausgeschlossen, der Adel bestimmt das politische Geschehen.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3. Rahmt ihn rot ein.“ Alle Zahlen stammen aus den Gruppenpuzzle-Texten. Der Text nennt zur Mitbestimmung des Klerus nichts.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Die Karikatur gibt Hinweise auf Vorrechte und Lasten der Stände (hier: Karikatur Drei Stände, 1789; wenn vorhanden, stattdessen die Karikatur mit Sprechblasen einsetzen: Bilddatei in quellcode/praesentation.js austauschen). Danach 3 Schüler vorlesen lassen (verschiedene Stände): „Wer drankommt, liest vor. Alle prüfen mit.“ Kriterien stehen auf der nächsten Folie. Mögliche Antwort: „Im Absolutismus fühle ich mich als Adeliger privilegiert, weil ich keine Steuern zahlen muss und allein jagen darf. Dafür muss ich mich ehrenhaft verhalten und Verwaltungsaufgaben übernehmen.“ / „… als Bauer ausgenutzt, weil ich Steuern, hohe Abgaben und Pachtgebühren zahlen muss und von der Mitbestimmung ausgeschlossen bin.“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„Wer drankommt, liest vor. Alle prüfen mit.“ Typische Fehler: Adel als Steuerzahler, Klerus mit Wehrdienst (befreit), Dritter Stand (Bauern und Bürger) mit Vorrechten. Dann: „Verbessert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Das ist eure Lernliste für den Test. Fragen zum Test?“ Die Liste bewusst kurz halten; Testtermin noch einmal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und Ständegesellschaft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vor dem Test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Geschichte, Klasse 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ANSAGE ZU BEGINN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Woche schreiben wir einen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31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4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2821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Ständegesellschaft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2199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 · Pflichten · Anzahl · Mitbestimmung (dazu: Bildung)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F4F7FD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2689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68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5409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 Absolutismus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4787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er? Woran erkenne ich ihn?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5948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94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37997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Nennen und erklären, wie der König damit seine Macht sichert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wiederholen genau das und ergänzen, was in euren Unterlagen noch fehlt.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kann ein König ein ganzes Land regieren?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3108960"/>
          </a:xfrm>
          <a:prstGeom prst="roundRect">
            <a:avLst>
              <a:gd name="adj" fmla="val 2353"/>
            </a:avLst>
          </a:prstGeom>
          <a:solidFill>
            <a:srgbClr val="EAF0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Stellt euch vor: Ein Land mit über 20 Millionen Menschen. Ein König entscheidet allein.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17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braucht er, damit seine Befehle im ganzen Land befolgt werden?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Ihr schreibt noch nichts auf.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Sammelt Ideen im Gespräch.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ERINNERN · GEMEINSAM · TAFELBILD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gab fünf Säulen. Welche waren das?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109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 Herrschaft Ludwigs XIV.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4874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487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0" name="Shape 8"/>
          <p:cNvSpPr/>
          <p:nvPr/>
        </p:nvSpPr>
        <p:spPr>
          <a:xfrm>
            <a:off x="281178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11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1178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4" name="Shape 12"/>
          <p:cNvSpPr/>
          <p:nvPr/>
        </p:nvSpPr>
        <p:spPr>
          <a:xfrm>
            <a:off x="507492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7502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750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8" name="Shape 16"/>
          <p:cNvSpPr/>
          <p:nvPr/>
        </p:nvSpPr>
        <p:spPr>
          <a:xfrm>
            <a:off x="733806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33806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22" name="Shape 20"/>
          <p:cNvSpPr/>
          <p:nvPr/>
        </p:nvSpPr>
        <p:spPr>
          <a:xfrm>
            <a:off x="960120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0130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013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26" name="Shape 24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Nennt die Säule und wie sie dem König hilft.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nichts aufschreiben.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sicherte seine Macht auf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Säulen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Verwaltung und Justiz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Adel und Hof von Versailles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Wirtschaft (Merkantilismus)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Religion (Gottesgnadentum)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Heer (stehendes Heer).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Verwaltung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kontrolliert das Land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Hof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bindet den Adel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Wirtschaft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liefert Geld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Religion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begründet die Macht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Heer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setzt sie durch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1110996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Säule fragen: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sichert der König damit?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ARBEITSBLATT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Lückentext: Die fünf Säulen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Ü1 oben auf das Arbeitsblatt.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 einmal ganz. Ergänze dann die 12 Lücken mit dem Wortspeicher.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Streiche jedes benutzte Wort durch. Zwei Wörter passen nicht.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 Schnelle: ★-Aufgabe.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758184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867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Wortspeicher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23367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· Glaube · Söldner · Merkantilismus · Gottesgnadentum · Versailles · Steuerfreiheit · Zölle · stehendes · 400.000 · Drittel · absoluter · Intendanten · Parlament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1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(Bauern und Bürger) war mit Abstand der größte Stand.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1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(Bauern und Bürger) war mit Abstand der größte Stand.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38100">
            <a:solidFill>
              <a:srgbClr val="2E9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Etwa 20 Millionen Bauern und Bürger – gegenüber ca. 500 000 Adligen und ca. 150 000 Geistlichen (Klerus).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2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musste hohe Steuern an den König zahlen.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2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musste hohe Steuern an den König zahlen.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war steuerfrei – das war eines seiner Vorrechte (neben dem alleinigen Jagdrecht). Steuern zahlte der Dritte Stand (Bauern und Bürger).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3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verzichtete auf Söldner und baute ein stehendes Heer auf.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3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verzichtete auf Söldner und baute ein stehendes Heer auf.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38100">
            <a:solidFill>
              <a:srgbClr val="2E9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Säule Heer: einheitlich bewaffnet und uniformiert, in Kasernen, direkt dem König unterstellt – bis zu 400 000 Mann.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4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erlaubte den Protestanten die freie Religionsausübung.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4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erlaubte den Protestanten die freie Religionsausübung.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1685 beendete er die religiöse Toleranz: Wie nur einen König sollte es auch nur einen Glauben geben (Säule Religion, Gottesgnadentum).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2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war eine Herrschaftsform in Europa im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und 18. Jahrhundert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in der ein einzelner Monarch (König oder Fürst)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uneingeschränkt (absolut)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herrschte.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verkündet 1661: „Ich regiere jetzt selbst.“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1110996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jemand den König stoppen (Parlament, Verfassung, Stände)?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Absolutismus.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– ja oder nein?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Nummer + „Absolutismus“ oder „kein Absolutismus“.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dem Test: Kann jemand den König stoppen?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42900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346704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König entscheidet allein über Gesetze, Krieg und Steuern.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3950208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403250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950208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Parlament kann Steuererhöhungen des Königs verbieten.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553712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63600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553712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handeln im Namen des Königs und müssen ihm gehorchen.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5157216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5239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5239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5157216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Bürger wählen alle vier Jahre ihre Regierung.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 · TAFEL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 aus dem Kopf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Klappe das Heft zu. Ihr meldet euch und nennt, was ihr wisst.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füllen die Tabelle an der Tafel gemeinsam aus.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schreibst du die fertige Tabelle mit Lineal ab.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gemeinsam, dann abschreiben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209544"/>
            <a:ext cx="15544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320954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2194560" y="3209544"/>
            <a:ext cx="10972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194560" y="320954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3383280" y="3209544"/>
            <a:ext cx="16459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383280" y="32095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Bildung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120640" y="3209544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120640" y="3209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15200" y="3209544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0" y="3209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Pflichten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09760" y="3209544"/>
            <a:ext cx="205740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509760" y="3209544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Mitbestimmung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3694176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48640" y="3694176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Stand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194560" y="3694176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4" name="Shape 31"/>
          <p:cNvSpPr/>
          <p:nvPr/>
        </p:nvSpPr>
        <p:spPr>
          <a:xfrm>
            <a:off x="3383280" y="3694176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5" name="Shape 32"/>
          <p:cNvSpPr/>
          <p:nvPr/>
        </p:nvSpPr>
        <p:spPr>
          <a:xfrm>
            <a:off x="5120640" y="3694176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6" name="Shape 33"/>
          <p:cNvSpPr/>
          <p:nvPr/>
        </p:nvSpPr>
        <p:spPr>
          <a:xfrm>
            <a:off x="7315200" y="3694176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7" name="Shape 34"/>
          <p:cNvSpPr/>
          <p:nvPr/>
        </p:nvSpPr>
        <p:spPr>
          <a:xfrm>
            <a:off x="9509760" y="3694176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352544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48640" y="4352544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Stand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194560" y="4352544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1" name="Shape 38"/>
          <p:cNvSpPr/>
          <p:nvPr/>
        </p:nvSpPr>
        <p:spPr>
          <a:xfrm>
            <a:off x="3383280" y="4352544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2" name="Shape 39"/>
          <p:cNvSpPr/>
          <p:nvPr/>
        </p:nvSpPr>
        <p:spPr>
          <a:xfrm>
            <a:off x="5120640" y="4352544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3" name="Shape 40"/>
          <p:cNvSpPr/>
          <p:nvPr/>
        </p:nvSpPr>
        <p:spPr>
          <a:xfrm>
            <a:off x="7315200" y="4352544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4" name="Shape 41"/>
          <p:cNvSpPr/>
          <p:nvPr/>
        </p:nvSpPr>
        <p:spPr>
          <a:xfrm>
            <a:off x="9509760" y="4352544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5" name="Shape 42"/>
          <p:cNvSpPr/>
          <p:nvPr/>
        </p:nvSpPr>
        <p:spPr>
          <a:xfrm>
            <a:off x="548640" y="5010912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48640" y="5010912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Stand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Bauern, Bürger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194560" y="5010912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8" name="Shape 45"/>
          <p:cNvSpPr/>
          <p:nvPr/>
        </p:nvSpPr>
        <p:spPr>
          <a:xfrm>
            <a:off x="3383280" y="5010912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9" name="Shape 46"/>
          <p:cNvSpPr/>
          <p:nvPr/>
        </p:nvSpPr>
        <p:spPr>
          <a:xfrm>
            <a:off x="5120640" y="5010912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50" name="Shape 47"/>
          <p:cNvSpPr/>
          <p:nvPr/>
        </p:nvSpPr>
        <p:spPr>
          <a:xfrm>
            <a:off x="7315200" y="5010912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51" name="Shape 48"/>
          <p:cNvSpPr/>
          <p:nvPr/>
        </p:nvSpPr>
        <p:spPr>
          <a:xfrm>
            <a:off x="9509760" y="5010912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3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der Ständegesellschaft gehört jeder Mensch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durch Geburt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zu einem von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Ständen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(ca. 150 000)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 (ca. 500 000)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Dritter Stand (Bauern und Bürger, ca. 20 000 000)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Klerus und Adel haben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Vorrechte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Der Dritte Stand zahlt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Steuern und Abgaben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ist von der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politischen Mitbestimmung ausgeschlossen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Jagdrecht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Klerus: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Kirchenzehnt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Dritter Stand: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Abgaben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1110996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zahlt, wer ist ausgeschlossen?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 Menschen haben die Vorrechte, viele tragen die Last.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Absolutismus fühle ich mich 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406640" cy="2935224"/>
          </a:xfrm>
          <a:prstGeom prst="roundRect">
            <a:avLst>
              <a:gd name="adj" fmla="val 2492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6537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Ü4 an den Rand. Betrachte die Karikatur.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23728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9152"/>
            <a:ext cx="6537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Wähle einen Stand und beende den Satz: „Im Absolutismus fühle ich mich …, weil …“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34975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4975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483864"/>
            <a:ext cx="6537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ein Recht und eine Pflicht deines Standes.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19" name="Image 0" descr="../material/karikatur_drei_staen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4" y="1417320"/>
            <a:ext cx="3511296" cy="434340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4489704"/>
            <a:ext cx="7406640" cy="1325880"/>
          </a:xfrm>
          <a:prstGeom prst="roundRect">
            <a:avLst>
              <a:gd name="adj" fmla="val 5517"/>
            </a:avLst>
          </a:prstGeom>
          <a:solidFill>
            <a:srgbClr val="F4F7FD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7240" y="458114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Stände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777240" y="485546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(Geistliche) · Adel · Dritter Stand (Bauern und Bürger)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777240" y="526694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Begriffe: Vorrechte · Steuerfreiheit · Jagdrecht · Kirchenzehnt · Pachtgebühren · Mitbestimmung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 ZU Ü4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Prüft die Sätze der anderen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Hört zu: Welcher Stand wurde gewählt?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Wird ein Recht und eine Pflicht genannt? Passen sie zum Stand?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Passt das Gefühl zur Begründung?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gemeinsam · mündlich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korrigiert, nennt die Begründung mit Fachbegriff.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lernst du bis zum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Merksatz 2 auswendig: Was bedeutet Absolutismus?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6974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 noch einmal ohne Wortspeicher ausfüllen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4747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Ständegesellschaft aus dem Kopf aufschreiben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4348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Deinen Ü4-Satz zu einem zweiten Stand noch einmal schreiben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Woche · Ständegesellschaft · Absolutismus · fünf Säulen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Absolutismus und Ständegesellschaft – Wiederholung</dc:title>
  <dc:subject>PptxGenJS Presentation</dc:subject>
  <dc:creator>PptxGenJS</dc:creator>
  <cp:lastModifiedBy>PptxGenJS</cp:lastModifiedBy>
  <cp:revision>1</cp:revision>
  <dcterms:created xsi:type="dcterms:W3CDTF">2026-09-30T17:31:41Z</dcterms:created>
  <dcterms:modified xsi:type="dcterms:W3CDTF">2026-09-30T17:31:41Z</dcterms:modified>
</cp:coreProperties>
</file>