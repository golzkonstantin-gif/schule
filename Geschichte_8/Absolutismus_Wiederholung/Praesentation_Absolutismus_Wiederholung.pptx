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Präsentation enthält die Merksätze (zum Abschreiben) und die Aufgaben. Tafelbilder und die Tabelle zur Ständegesellschaft entstehen an der Tafel (siehe Tafelskript). Lösungen stehen in den Notizen.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„Stifte liegen. Ihr hört nur zu. Nächste Woche schreiben wir einen Test zu diesen drei Themen. Die Stunde heute ist eure Vorbereitung: Was hier nicht klappt, wisst ihr danach.“ Noch keinen Termin im Detail diskutieren; Fragen zum Test am Stundenende.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Vorher: Wort „Absolutismus“ an die Tafel, gemeinsam klären: absolut = uneingeschränkt. Dann Ansage: „Jetzt schreibt ihr von der Folie ab: Merksatz 1. Rahmt ihn rot ein.“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Absolutismus (keine Kontrolle) · 2 kein Absolutismus (Parlament kann den König stoppen) · 3 Absolutismus (Beamte sind dem König zum Gehorsam verpflichtet, er kontrolliert sie) · 4 kein Absolutismus (Wahl = Demokratie, Macht ist begrenzt). Nach der Einzelarbeit: „Wer drankommt, schreibt an die Tafel. Alle prüfen mit.“ Dann: „Vergleicht und verbessert mit Grün.“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2. Rahmt ihn rot ein.“ Danach Arbeitsblatt Lückentext verteilen. Tipp: Die Säulen sind aus dem Gruppenpuzzle bekannt – kurz fragen, wer welche Säule bearbeitet 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absoluter · 2 Beamte · 3 Intendanten · 4 Steuerfreiheit · 5 Versailles · 6 Merkantilismus · 7 Zölle · 8 Gottesgnadentum · 9 Glaube · 10 stehendes · 11 400.000 · 12 Drittel. Nicht passend: Söldner, Generalstände. Kontrolle: „Wer drankommt, liest einen Absatz vor. Alle prüfen mit.“ Dann „Vergleicht und verbessert mit Grün.“ Schnelle machen die ★-Aufgabe (wichtigste Säule begründen).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„Hefte zu. Ihr schreibt noch nichts auf. Meldet euch.“ Raster aus dem Gruppenpuzzle (Stand | Anzahl | Bildung | Vorrechte | Pflichten) plus Spalte Mitbestimmung bereits leer an der Tafel. Nach dem gemeinsamen Ausfüllen: „Jetzt schreibt ihr ab: die Tabelle. Mit Lineal.“ Lösungen siehe Tafelskript. Hinweis zur Mitbestimmung: Die Generalstände (je 1 Stimme pro Stand) wurden von 1614 bis 1789 nicht einberufen – unter Ludwig XIV. gab es praktisch keine Mitbestimmung.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3. Rahmt ihn rot ein.“ Zahlen beziehen sich auf Frankreich vor 1789. Falls im Unterricht andere Werte genannt wurden, Folie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arbeitet ihr allein. Die Aufgabe steht rechts.“ Danach 3 Schüler vorlesen lassen (verschiedene Stände): „Wer drankommt, liest vor. Alle prüfen mit.“ Kriterien stehen auf der nächsten Folie. Mögliche Antwort: „Im Absolutismus fühle ich mich als Adeliger privilegiert, weil ich keine Steuern zahlen muss und jagen darf. Dafür muss ich dem König im Krieg dienen und am Hof erscheinen.“ / „… als Bauer ausgenutzt, weil ich Steuern und Abgaben zahlen muss, aber keine Privilegien und keine Mitbestimmung habe.“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„Wer drankommt, liest vor. Alle prüfen mit.“ Typische Fehler: Adel als Steuerzahler, Klerus mit Kriegsdienst, Dritter Stand mit Privilegien. Dann: „Verbessert mit Grün.“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„Stifte liegen. Das ist eure Lernliste für den Test. Fragen zum Test?“ Die Liste bewusst kurz halten; Testtermin noch einmal 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Absolutismus und Ständegesellschaft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vor dem Test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Geschichte, Klasse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ANSAGE ZU BEGINN · STIFTE LIEGEN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Woche schreiben wir einen Test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310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282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Ständegesellschaft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219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Vorrechte · Pflichten · Anzahl · Mitbestimmung (dazu: Bildung)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6898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68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540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Begriff Absolutismus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478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er? Woran erkenne ich ihn?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AF0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9486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94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799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fünf Säulen des Absolutismus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73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Nennen und erklären, wie der König damit seine Macht sichert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wiederholen genau das und ergänzen, was in euren Unterlagen noch fehlt.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Absolutismus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Absolutismus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war eine Herrschaftsform in Europa im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 und 18. Jahrhundert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in der ein einzelner Monarch (König oder Fürst)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uneingeschränkt (absolut)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herrschte.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Ludwig XIV. verkündet 1661: „Ich regiere jetzt selbst.“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Begriff ordnet eine ganze Epoche ein und ist im Test die Grundlage für alle weiteren Fragen.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jemand den König stoppen (Parlament, Verfassung, Stände)?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Absolutismus.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Absolutismus – ja oder nein?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Ü1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Nummer + „Absolutismus“ oder „kein Absolutismus“.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 mit dem Test: Kann jemand den König stoppen?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1109960" cy="530352"/>
          </a:xfrm>
          <a:prstGeom prst="roundRect">
            <a:avLst>
              <a:gd name="adj" fmla="val 13793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346704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König entscheidet allein über Gesetze, Krieg und Steuern.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8640" y="3950208"/>
            <a:ext cx="11109960" cy="530352"/>
          </a:xfrm>
          <a:prstGeom prst="roundRect">
            <a:avLst>
              <a:gd name="adj" fmla="val 13793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403250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3950208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Parlament kann Steuererhöhungen des Königs verbieten.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8640" y="4553712"/>
            <a:ext cx="11109960" cy="530352"/>
          </a:xfrm>
          <a:prstGeom prst="roundRect">
            <a:avLst>
              <a:gd name="adj" fmla="val 13793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63600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55371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Beamte handeln im Namen des Königs und müssen ihm gehorchen.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48640" y="5157216"/>
            <a:ext cx="11109960" cy="530352"/>
          </a:xfrm>
          <a:prstGeom prst="roundRect">
            <a:avLst>
              <a:gd name="adj" fmla="val 13793"/>
            </a:avLst>
          </a:prstGeom>
          <a:solidFill>
            <a:srgbClr val="F4F7FD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52395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57216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Bürger wählen alle vier Jahre ihre Regierung.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2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fünf Säulen des Absolutismus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Ludwig XIV. sicherte seine Macht auf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Säulen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Verwaltung und Justiz ·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Adel und Hof von Versailles ·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Wirtschaft (Merkantilismus) ·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Religion (Gottesgnadentum) ·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Heer (stehendes Heer).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Verwaltung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kontrolliert das Land ·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Hof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bindet den Adel ·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Wirtschaft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liefert Geld ·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Religion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begründet die Macht ·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Heer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setzt sie durch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Test sollst du die Säulen nennen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erklären, wie der König damit seine Macht sichert.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Säule fragen: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sichert der König damit?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ARBEITSBLATT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Lückentext: Die fünf Säulen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975104"/>
          </a:xfrm>
          <a:prstGeom prst="roundRect">
            <a:avLst>
              <a:gd name="adj" fmla="val 3704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Ü2 oben auf das Arbeitsblatt.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den Text einmal ganz. Ergänze dann die 12 Lücken mit dem Wortspeicher.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8575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7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4378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Streiche jedes benutzte Wort durch. Zwei Wörter passen nicht.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 Schnelle: ★-Aufgabe.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758184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3867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Wortspeicher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23367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Beamte · Glaube · Söldner · Merkantilismus · Gottesgnadentum · Versailles · Steuerfreiheit · Zölle · stehendes · 400.000 · Drittel · absoluter · Intendanten · Generalstände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 · TAFEL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Ständegesellschaft aus dem Kopf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Klappe das Heft zu. Ihr meldet euch und nennt, was ihr wisst.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füllen die Tabelle an der Tafel gemeinsam aus.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schreibst du die fertige Tabelle mit Lineal ab.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gemeinsam, dann abschreiben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209544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2095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2194560" y="3209544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194560" y="32095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3383280" y="3209544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383280" y="32095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Bildung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120640" y="3209544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2064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Vorrechte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315200" y="3209544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9509760" y="3209544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509760" y="32095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Mitbestimmung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369417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AF0F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369417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Stand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2194560" y="3694176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34" name="Shape 31"/>
          <p:cNvSpPr/>
          <p:nvPr/>
        </p:nvSpPr>
        <p:spPr>
          <a:xfrm>
            <a:off x="3383280" y="3694176"/>
            <a:ext cx="16459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35" name="Shape 32"/>
          <p:cNvSpPr/>
          <p:nvPr/>
        </p:nvSpPr>
        <p:spPr>
          <a:xfrm>
            <a:off x="5120640" y="3694176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36" name="Shape 33"/>
          <p:cNvSpPr/>
          <p:nvPr/>
        </p:nvSpPr>
        <p:spPr>
          <a:xfrm>
            <a:off x="7315200" y="3694176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37" name="Shape 34"/>
          <p:cNvSpPr/>
          <p:nvPr/>
        </p:nvSpPr>
        <p:spPr>
          <a:xfrm>
            <a:off x="9509760" y="3694176"/>
            <a:ext cx="205740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4352544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AF0F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435254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Stand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2194560" y="4352544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1" name="Shape 38"/>
          <p:cNvSpPr/>
          <p:nvPr/>
        </p:nvSpPr>
        <p:spPr>
          <a:xfrm>
            <a:off x="3383280" y="4352544"/>
            <a:ext cx="16459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2" name="Shape 39"/>
          <p:cNvSpPr/>
          <p:nvPr/>
        </p:nvSpPr>
        <p:spPr>
          <a:xfrm>
            <a:off x="5120640" y="4352544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3" name="Shape 40"/>
          <p:cNvSpPr/>
          <p:nvPr/>
        </p:nvSpPr>
        <p:spPr>
          <a:xfrm>
            <a:off x="7315200" y="4352544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4" name="Shape 41"/>
          <p:cNvSpPr/>
          <p:nvPr/>
        </p:nvSpPr>
        <p:spPr>
          <a:xfrm>
            <a:off x="9509760" y="4352544"/>
            <a:ext cx="205740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5" name="Shape 42"/>
          <p:cNvSpPr/>
          <p:nvPr/>
        </p:nvSpPr>
        <p:spPr>
          <a:xfrm>
            <a:off x="548640" y="5010912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AF0F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48640" y="501091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Stand</a:t>
            </a:r>
            <a:endParaRPr lang="en-US" sz="1900" dirty="0"/>
          </a:p>
        </p:txBody>
      </p:sp>
      <p:sp>
        <p:nvSpPr>
          <p:cNvPr id="47" name="Shape 44"/>
          <p:cNvSpPr/>
          <p:nvPr/>
        </p:nvSpPr>
        <p:spPr>
          <a:xfrm>
            <a:off x="2194560" y="501091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8" name="Shape 45"/>
          <p:cNvSpPr/>
          <p:nvPr/>
        </p:nvSpPr>
        <p:spPr>
          <a:xfrm>
            <a:off x="3383280" y="5010912"/>
            <a:ext cx="16459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49" name="Shape 46"/>
          <p:cNvSpPr/>
          <p:nvPr/>
        </p:nvSpPr>
        <p:spPr>
          <a:xfrm>
            <a:off x="5120640" y="5010912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50" name="Shape 47"/>
          <p:cNvSpPr/>
          <p:nvPr/>
        </p:nvSpPr>
        <p:spPr>
          <a:xfrm>
            <a:off x="7315200" y="5010912"/>
            <a:ext cx="210312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  <p:sp>
        <p:nvSpPr>
          <p:cNvPr id="51" name="Shape 48"/>
          <p:cNvSpPr/>
          <p:nvPr/>
        </p:nvSpPr>
        <p:spPr>
          <a:xfrm>
            <a:off x="9509760" y="5010912"/>
            <a:ext cx="2057400" cy="585216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3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Ständegesellschaft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der Ständegesellschaft gehört jeder Mensch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 Geburt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zu einem von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Ständen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Klerus (ca. 1 %)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Adel (ca. 2 %)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Dritter Stand (ca. 97 %)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Rechte und Pflichten sind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ungleich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verteilt. Im Absolutismus hatten die Stände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Mitbestimmung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Klerus, Adel: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Privilegien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Dritter Stand: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Steuern, Abgaben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erklärst, warum Ludwig den Adel bei Laune hält und warum der Dritte Stand die Last trägt.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zahlt Steuern, wer hat Privilegien?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und Lasten passen nicht zusammen.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Absolutismus fühle ich mich 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2615184"/>
          </a:xfrm>
          <a:prstGeom prst="roundRect">
            <a:avLst>
              <a:gd name="adj" fmla="val 2797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Ü4 an den Rand und wähle einen Stand: Klerus, Adel oder Dritter Stand.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3728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915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Satz ab und beende ihn: „Im Absolutismus fühle ich mich … , weil …“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31775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177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6382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in deiner Begründung mindestens ein Recht und eine Pflicht deines Standes.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21538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43068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Gefühle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67258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privilegiert · sicher · zufrieden · ausgenutzt · benachteiligt · machtlos · überlastet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217920" y="421538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46520" y="43068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 für die Begründung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67258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Privilegien · Steuerfreiheit · Jagdrecht · Abgaben · Frondienst · Kriegsdienst · Mitbestimmung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 ZU Ü4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Prüft die Sätze der anderen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975104"/>
          </a:xfrm>
          <a:prstGeom prst="roundRect">
            <a:avLst>
              <a:gd name="adj" fmla="val 3704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Hört zu: Welcher Stand wurde gewählt?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Prüft: Wird ein Recht und eine Pflicht genannt? Passen sie zum Stand?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8575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7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4378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Prüft: Passt das Gefühl zur Begründung?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gemeinsam · mündlich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korrigiert, nennt die Begründung mit Fachbegriff.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 · STIFTE LIEGEN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lernst du bis zum Test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Merksatz 1 auswendig: Was bedeutet Absolutismus?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Lückentext noch einmal ohne Wortspeicher ausfüllen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747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Tabelle Ständegesellschaft aus dem Kopf aufschreiben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348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Deinen Ü4-Satz zu einem zweiten Stand noch einmal schreiben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Woche · Ständegesellschaft · Absolutismus · fünf Säulen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 · Wiederholung · Geschichte 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Absolutismus und Ständegesellschaft – Wiederholung</dc:title>
  <dc:subject>PptxGenJS Presentation</dc:subject>
  <dc:creator>PptxGenJS</dc:creator>
  <cp:lastModifiedBy>PptxGenJS</cp:lastModifiedBy>
  <cp:revision>1</cp:revision>
  <dcterms:created xsi:type="dcterms:W3CDTF">2026-09-30T17:15:28Z</dcterms:created>
  <dcterms:modified xsi:type="dcterms:W3CDTF">2026-09-30T17:15:28Z</dcterms:modified>
</cp:coreProperties>
</file>