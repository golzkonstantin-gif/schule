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 vom Sturm auf die Bastille einfügen (Gemälde von 1789, z. B. von Jean-Pierre Houël, gemeinfrei) oder als Datei unter ../material/bastille.jpg ablegen und das Skript neu ausführen. Ansage: „Stifte liegen. Ihr schaut nur. Dann meldet ihr euch.“ Anbindung an die letzte Stunde (Münzgeschichte, „Heute sagt niemand etwas“). Leitfrage an die Tafel: „Wie kippt die Stimmung 1789?“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„Setzt euch in eure Expertengruppen. Zeichnet zuerst das Raster von der Tafel ab. Jetzt arbeitet ihr allein. Die Aufgabe steht rechts.“ Nach 3 Minuten Einzelarbeit: „Jetzt arbeitet ihr in eurer Gruppe.“ Raster an der Tafel: Wann? · Was geschah? · Welches Problem steckt dahinter? Zeilen A, B, C. Lösung siehe Tafelskript.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arbeitet ihr in der Stammgruppe. Setzt euch zu A, B und C zusammen. Erst erklärt A, dann B, dann C.“ Beim Wechsel ansagen: „A hat fertig, jetzt erklärt B.“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arbeitet ihr allein. Die Aufgabe steht rechts.“ Mögliche Gründe: leere Staatskasse, ungleiche Steuerlast, keine Mitsprache des Dritten Standes (Bauern und Bürger), Hunger und Brotpreis, Angst vor der Willkür des Königs. 1 bis 2 Antworten vorlesen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BILDIMPULS · STIFTE LIEGEN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Paris, Sommer 1789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10012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zu sehen?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012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vorher passiert?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56692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Stifte liegen. Ihr schaut nur. Dann meldet ihr euch.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Französische Revolution · Geschichte 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EXPERTENGRUPPE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Thema verstehen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17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Zeichne das Raster von der Tafel ab.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11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deinen Text und unterstreiche Stichworte.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420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deine Zeile. Vergleicht in der Gruppe.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 · erst allein, dann in der Gruppe      </a:t>
            </a:r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Französische Revolution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STAMMGRUPPE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Thema erklären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17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 dein Thema in 3 Minuten.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11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das Raster mit den anderen Themen.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420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Nachfragen, bis alles klar ist.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Minuten · in der Gruppe · leise      </a:t>
            </a:r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Französische Revolution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 · ABSCHLUSS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begann die Revolution?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17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Ü3 ins Heft.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11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 zwei Gründe für die Revolution.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420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Begründe, welcher Grund wichtiger war.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· leise      </a:t>
            </a:r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Französische Revolution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Französische Revolution 1789 – Gruppenpuzzle</dc:title>
  <dc:subject>PptxGenJS Presentation</dc:subject>
  <dc:creator>PptxGenJS</dc:creator>
  <cp:lastModifiedBy>PptxGenJS</cp:lastModifiedBy>
  <cp:revision>1</cp:revision>
  <dcterms:created xsi:type="dcterms:W3CDTF">2026-10-12T05:37:26Z</dcterms:created>
  <dcterms:modified xsi:type="dcterms:W3CDTF">2026-10-12T05:37:26Z</dcterms:modified>
</cp:coreProperties>
</file>