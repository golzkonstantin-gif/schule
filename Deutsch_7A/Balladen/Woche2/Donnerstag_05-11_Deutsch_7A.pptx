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vorlesen; am Ende im Zielcheck darauf zurückkommen. Ziel und Ablauf stehen auch an der Seitentafel.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1 …, weil ich noch duschen muss. 2 …, dass wir morgen frei haben. 3 Weißt du, ob der Neue auch kommt? 4 Ich freue mich, weil wir frei haben. (Komma fehlt). Reflexion: Beim Sprechen hört man oft „weil ich muss …“ – geschrieben ist das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Vergleichen und mit Grün verbessern. Kurz reflektieren: Beim Sprechen hört man oft „weil ich muss …“ – geschrieben ist das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Wiederholung vom Mittwoch: Beleg = Str. + V. + Zitat in Anführungszeichen. Lösung auf der nächsten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Grün verbessern. Auf Anführungszeichen und die Angabe von Strophe UND Vers achten.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Strophe 1 im Chor lesen (Methodenkarte „Chorisches Lesen“). Dann fragen: Hört auf die Enden der Verse – welche klingen gleich? Ab wo klingen Bart und Riesenart gleich?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nach dem Gespräch zeigen. Reim = gleicher Klang ab dem letzten betonten Vokal (-art, -oss). Gleiche Reime bekommen denselben Buchstaben. Vers 5 reimt sich nicht (x), kommt aber in jeder Strophe wieder: Kehrreim. aabb heißt Paarreim. Überleitung: Schnipsel austeilen, Merkkasten gemeinsam 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Schnipsel austeilen, einkleben lassen, gemeinsam lesen. Kontrollfragen: Wie heißt das Muster, wenn sich Vers 1 und 3 reimen? (abab, Kreuzreim) – und Vers 1 und 4? (abba, umarmender Reim).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Drei Fassungen des Schnipsels: Gewichtheben, Judo, Handball – jeder bekommt seine Sportart. Aufbau überall gleich: 1 Paddy Str. 4, 2 Kreuzreim, 3 umarmender Reim, 4 Paarreim. Lösungen auf den Aufdeck-Folien (je Nummer alle drei Sportarten). Wer fertig ist: * bei Nr. 1 den Kehrreim bestimmen.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einen Schüler die Buchstaben und die Reimart nennen lassen, dann diese Folie zeigen. Alle verbessern mit Grün. Der Kehrreim reimt sich nicht (x), wiederholt sich aber in jeder Strophe.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einen Schüler aus jeder Sportart Buchstaben und Reimart nennen lassen, dann zeigen. Alle verbessern mit Grün. Gemeinsam festhalten: Nr. 2 ist in allen drei Fassungen ein Kreuzreim (abab).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einen Schüler aus jeder Sportart Buchstaben und Reimart nennen lassen, dann zeigen. Alle verbessern mit Grün. Gemeinsam festhalten: Nr. 3 ist in allen drei Fassungen ein umarmender Reim (abba). Typische Hürde: Vers 1 und 4 vergleichen.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einen Schüler aus jeder Sportart Buchstaben und Reimart nennen lassen, dann zeigen. Alle verbessern mit Grün. Gemeinsam festhalten: Nr. 4 ist in allen drei Fassungen ein Paarreim (aabb).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Allein im Heft, 4 Minuten, dann Lösungsfolie. Herumgehen: Wer bei a noch Fehler hat, wird am Freitag in der Wiederholung gezielt drangenommen.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Grün verbessern. Alles richtig? Dann ist das Ziel erreicht.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Puffer: Nur, wenn die Stunde vorher fertig ist (oder falls Ü3 am Mittwoch nicht geschafft wurde). Die Stichwörter geben die Reihenfolge vor – keine fertigen Sätze. A erzählt Abschnitt 1–4, B Abschnitt 5–8, der andere hakt die Checkliste ab. Die Verknüpfungswörter (als, weil) knüpfen an Teil 2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 · 5.11.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Reime erkennen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Ballade klingt: Reim und Reimschema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und Ablauf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0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 </a:t>
            </a:r>
            <a:pPr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Reime erkennen und das Reimschema einer Strophe bestimmen.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8163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Wiederholung: Ü1 Fehler im Chat · Ü2 Belegen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43814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 in Strophe 1 entdecken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2960" y="403250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05993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Ü3 Reime erkennen (Schnipsel)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2960" y="46542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6817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Zielcheck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22960" y="527608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276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303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Nacherzählen mit Stichwörtern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WIEDERHOLUNG SPRACHTRAINING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Was stimmt im Chat nicht?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6583680" cy="4114800"/>
          </a:xfrm>
          <a:prstGeom prst="roundRect">
            <a:avLst>
              <a:gd name="adj" fmla="val 1778"/>
            </a:avLst>
          </a:prstGeom>
          <a:solidFill>
            <a:srgbClr val="E9EEF6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160020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1755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Komme später, weil ich muss noch duschen 🙈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148840" y="256032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DCF3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31720" y="27157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Trainer hat gesagt, dass wir haben morgen frei!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77240" y="352044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Weißt du, ob kommt der Neue auch?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48840" y="4480560"/>
            <a:ext cx="4754880" cy="731520"/>
          </a:xfrm>
          <a:prstGeom prst="roundRect">
            <a:avLst>
              <a:gd name="adj" fmla="val 22500"/>
            </a:avLst>
          </a:prstGeom>
          <a:solidFill>
            <a:srgbClr val="DCF3E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331720" y="4636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Ich freue mich weil wir frei haben 💪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406640" y="16459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06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 in jeder Nachricht den Fehler.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406640" y="25603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2560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den Satz richtig ins Heft.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406640" y="3474720"/>
            <a:ext cx="411480" cy="411480"/>
          </a:xfrm>
          <a:prstGeom prst="ellipse">
            <a:avLst/>
          </a:prstGeom>
          <a:solidFill>
            <a:srgbClr val="7A5BA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06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Notiere: Verbstellung oder Komma?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allein, dann Lösung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Ü1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So ist es richtig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45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Komme später,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ich noch duschen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509760" y="164592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0976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2624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hat gesagt,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morgen frei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09760" y="260604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50976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1520" y="35844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Weißt du,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der Neue auch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kommt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509760" y="356616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7A5BA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50976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Verbstellung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544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freue mich</a:t>
            </a:r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weil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 frei </a:t>
            </a:r>
            <a:pPr indent="0" marL="0">
              <a:buNone/>
            </a:pPr>
            <a:r>
              <a:rPr lang="en-US" sz="22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09760" y="4526280"/>
            <a:ext cx="1920240" cy="411480"/>
          </a:xfrm>
          <a:prstGeom prst="roundRect">
            <a:avLst>
              <a:gd name="adj" fmla="val 48889"/>
            </a:avLst>
          </a:prstGeom>
          <a:solidFill>
            <a:srgbClr val="E8A3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509760" y="4526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WIEDERHOLUNG BELEGEN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Wo steht das?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steht, dass Paddy ins Bett kriecht?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bittet Schaya den Fremden, leise zu sein?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 jeweils Strophe, Vers und Zitat an.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Minuten · allein im Heft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Ü2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Lösung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075688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103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Str. 5, V. 21: „Ins Bette Paddy Fingal kroch“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D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3264408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3291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Str. 7, V. 31: „Tut leise, Fremder, und tretet sacht“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 und verbessere mit Grün.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REIME ENTDECKEN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Wörter klingen gleich?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91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war von Riesen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77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Ellen flog sein schwarzer B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seine Fäuste waren wie Tonnen gr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oß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Mastbaum führt’ er als Wurfgesch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43434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so ein Kerl war Paddy Fingal!</a:t>
            </a:r>
            <a:pPr indent="0" marL="0">
              <a:buNone/>
            </a:pPr>
            <a:pPr indent="0" marL="0">
              <a:buNone/>
            </a:pP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Hört auf die Enden der Verse. Welche klingen gleich – und ab welchem Laut?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REIME ENTDECKEN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Strophe 1: aabb + Kehrreim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91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war von Riesen</a:t>
            </a:r>
            <a:pPr indent="0" marL="0">
              <a:buNone/>
            </a:pPr>
            <a:r>
              <a:rPr lang="en-US" sz="2200" b="1" dirty="0">
                <a:solidFill>
                  <a:srgbClr val="2A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9555480" y="16459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5548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77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Ellen flog sein schwarzer B</a:t>
            </a:r>
            <a:pPr indent="0" marL="0">
              <a:buNone/>
            </a:pPr>
            <a:r>
              <a:rPr lang="en-US" sz="2200" b="1" dirty="0">
                <a:solidFill>
                  <a:srgbClr val="2A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555480" y="23317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55548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29718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seine Fäuste waren wie Tonnen gr</a:t>
            </a:r>
            <a:pPr indent="0" marL="0">
              <a:buNone/>
            </a:pPr>
            <a:r>
              <a:rPr lang="en-US" sz="2200" b="1" dirty="0">
                <a:solidFill>
                  <a:srgbClr val="C77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oß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9555480" y="30175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555480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48640" y="36576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Mastbaum führt’ er als Wurfgesch</a:t>
            </a:r>
            <a:pPr indent="0" marL="0">
              <a:buNone/>
            </a:pPr>
            <a:r>
              <a:rPr lang="en-US" sz="2200" b="1" dirty="0">
                <a:solidFill>
                  <a:srgbClr val="C77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oss</a:t>
            </a:r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555480" y="37033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55548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8640" y="434340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18872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so ein Kerl war Paddy Fingal!</a:t>
            </a:r>
            <a:pPr indent="0" marL="0">
              <a:buNone/>
            </a:pPr>
            <a:pPr indent="0" marL="0">
              <a:buNone/>
            </a:pP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555480" y="438912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555480" y="4389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AF0F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= Paarreim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Vers ohne Reim, kehrt in jeder Strophe wieder: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Kehrreim (Refrain)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MERKKASTEN – SCHNIPSEL EINKLEBEN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 und Reimschema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381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55448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Reim: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Wörter reimen sich, wenn sie </a:t>
            </a:r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dem letzten betonten Vokal gleich klingen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Schreck – Versteck, daher – sehr.
</a:t>
            </a:r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Reimschema: </a:t>
            </a:r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Versenden, die sich reimen, bekommen den gleichen Buchstaben (a, b, c …). Ein Vers ohne Reim bekommt ein x.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3584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297680" y="35204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297680" y="3584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Kreuzreim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046720" y="35204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3584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umarmender Reim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24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algn="ctr" indent="0" marL="0">
              <a:buNone/>
            </a:pPr>
            <a:r>
              <a:rPr lang="en-US" sz="24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47548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8280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Wofür?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 und Reimschema sind Merkmale der Lyrik – du brauchst sie für die Analyse einer Ballade.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72200" y="47548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0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55080" y="48280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die Versenden laut. Klingen sie ab dem betonten Vokal gleich? Dann bekommen sie denselben Buchstaben.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SCHNIPSEL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Reime erkennen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die Versenden halblaut.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hinter jeden Vers den Buchstaben (a, b … oder x).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Nenne die Reimart: Paarreim, Kreuzreim oder umarmender Reim.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Minuten · allein · Nr. 1 Paddy Fingal, Nr. 2–4 aus deiner Sportart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1  Paddy Fingal, Str. 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Schreck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555480" y="160020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55480" y="1600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2212848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304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Versteck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9555480" y="2258568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55480" y="22585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8640" y="2871216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2960" y="296265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daher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555480" y="2916936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55480" y="2916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3529584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362102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 sehr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9555480" y="3575304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555480" y="35753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8640" y="4187952"/>
            <a:ext cx="877824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42793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 … Paddy Fingal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9555480" y="4233672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555480" y="42336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5230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Reimart: </a:t>
            </a:r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 (aabb) + Kehrreim (x)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Nr. 2: Kreuzreim (abab)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Gewichtheben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Halle ist noch kalt und leer,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7588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7588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Hantel liegt schon da.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7588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7588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erste Versuch fällt mir schwer,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7588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7588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doch dann ruft jemand: „Ja!“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7588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7588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9768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9768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29768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8912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grüßen uns, der Kampf beginnt,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2492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2492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768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38912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 Ärmel spür ich seinen Griff.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2492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42492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29768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38912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weiß genau, wer heut gewinnt: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42492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2492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29768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38912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schneller ist mit seinem Kniff.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42492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2492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4672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4672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Handball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04672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13816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Pass kommt flach, ich bin jetzt dran,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1117396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117396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4672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13816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Abwehr steht ganz dicht.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1117396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1117396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04672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13816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täusche links, der Gegner kann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1117396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117396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04672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13816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mich halten – heute nicht!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117396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1117396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22960" y="5138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Reimart: </a:t>
            </a:r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Kreuzreim (abab)</a:t>
            </a:r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in allen drei Fassungen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Nr. 3: umarmender Reim (abba)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Gewichtheben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letzte Versuch, die Halle schweigt,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7588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7588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atme tief, ich bin bereit,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7588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7588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nickt, jetzt ist es Zeit –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7588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7588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Stange über meinem Kopf, sie steigt.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7588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7588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9768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9768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29768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8912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Kampf beginnt, ich greife zu,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2492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2492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768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38912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Gegner hält mich am Kragen,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2492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42492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29768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38912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muss jetzt alles wagen –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42492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2492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29768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38912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Wurf, und dann ist Ruh.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42492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2492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4672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4672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Handball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04672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13816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Halle bebt beim letzten Spiel,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1117396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117396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4672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13816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liegen hinten, nur ein Tor.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1117396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1117396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04672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13816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Trainer ruft: „Jetzt alle vor!“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1117396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117396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04672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13816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kämpfen bis zum Schluss ums Ziel.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117396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1117396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22960" y="5138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Reimart: </a:t>
            </a:r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umarmender Reim (abba)</a:t>
            </a:r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in allen drei Fassungen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Ü3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Ü3  Lösung – Nr. 4: Paarreim (aabb)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Gewichtheben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kreide meine Hände ein,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7588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7588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heut soll der Rekord der meine sein.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7588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7588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reiße hoch und steh ganz still –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7588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7588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weiße Lampen, genau, was ich will!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7588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7588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9768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9768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29768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8912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binde meinen Gürtel fest,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2492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2492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768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38912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jetzt kommt der Kampf, jetzt kommt der Test.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42492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42492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29768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38912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greife, drehe, ziehe an –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42492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2492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29768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38912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Ippon! Gewonnen hab ich dann.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742492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2492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46720" y="1417320"/>
            <a:ext cx="361188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46720" y="1417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Handball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046720" y="1965960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138160" y="2039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Zehn Sekunden noch, der Ball ist frei,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11173968" y="2093976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11173968" y="2093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46720" y="2679192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138160" y="27523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zieh nach innen, schnell vorbei,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11173968" y="2807208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2A8C8C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11173968" y="28072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046720" y="3392424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138160" y="346557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steige hoch, der Wurf geht rein –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11173968" y="352044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11173968" y="35204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046720" y="4105656"/>
            <a:ext cx="3611880" cy="621792"/>
          </a:xfrm>
          <a:prstGeom prst="roundRect">
            <a:avLst>
              <a:gd name="adj" fmla="val 7353"/>
            </a:avLst>
          </a:prstGeom>
          <a:solidFill>
            <a:srgbClr val="F4F7FD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8138160" y="41788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ganze Halle fängt an zu schrein!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1173968" y="4233672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C77C1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11173968" y="4233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22960" y="5138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Reimart: </a:t>
            </a:r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 (aabb)</a:t>
            </a:r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in allen drei Fassungen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Zielcheck: Hast du das Ziel erreicht?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64240" cy="2788920"/>
          </a:xfrm>
          <a:prstGeom prst="roundRect">
            <a:avLst>
              <a:gd name="adj" fmla="val 262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600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Bestimme das Reimschema von Strophe 6 (V. 26–30) und nenne die Reimart. Welcher Vers ist der Kehrreim?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2860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Indem so schob der Schotte herein,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517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den Balken rührte sein Scheitelbein,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0175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er schnob und wischte sich den Schweiß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3832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rollte die Augen wild im Kreis: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490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„Wo steckt der Paddy Fingal?“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709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Reimart ist das?  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– Tor – Fall – vor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im Heft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SELBSTKONTROLLE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 – Lösung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herein – Scheitelbein (a a) · Schweiß – Kreis (b b) · „Wo steckt der Paddy Fingal?“ (x)
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 (aabb) – V. 30 ist der Kehrreim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474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– Fall (a a), Tor – vor (b b) im Wechsel: abab =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Kreuzreim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Verbessere mit Grün. Alles richtig? Dann hast du das Ziel erreicht.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PUFFER · NACHERZÄHLEN VOM MITTWOCH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 Erzählt die Ballade nach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Donnerstag, 5.11. · Reime erkennen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Einstieg: </a:t>
            </a:r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Ballade „Paddy Fingal“ von Wilhelm Brandes geht es um …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" y="2130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– Riese – Bart – Mastbaum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670048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" y="2788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7980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Hüne aus Schottland – Wer ist stärker?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328416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34472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3456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Ufer – zehn Schuh größer – Schreck – Versteck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983480" y="3465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3–4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986784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" y="41056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4114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Schaya – Bett – Kissen – nur die Nase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98348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2200" y="201168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81928" y="2130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2139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Schotte sucht – Schayas Warnung – „Kindlein“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060704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6–7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172200" y="2670048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81928" y="2788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629400" y="27980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 – Baby? – riesiger Vater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0607040" y="2807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8–9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172200" y="3328416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281928" y="34472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629400" y="3456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 – Sund – fast ertrunken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0607040" y="346557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10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172200" y="3986784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4F7F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281928" y="41056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629400" y="4114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Siegesgeschrei – Nachbarn – „tapfer“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060704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11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 1–4  ·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 5–8  ·  </a:t>
            </a:r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Verknüpfe: </a:t>
            </a:r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zuerst · dann · als … · weil … · daraufhin · schließlich · am Ende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Checkliste: </a:t>
            </a:r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und Autor · richtige Reihenfolge · nichts dazuerfinden · alle wichtigen Details · * spannend mit wörtlicher Rede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Minuten · Tandem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Deutsch 7A – Donnerstag 5.11.</dc:title>
  <dc:subject>PptxGenJS Presentation</dc:subject>
  <dc:creator>PptxGenJS</dc:creator>
  <cp:lastModifiedBy>PptxGenJS</cp:lastModifiedBy>
  <cp:revision>1</cp:revision>
  <dcterms:created xsi:type="dcterms:W3CDTF">2026-10-31T11:38:49Z</dcterms:created>
  <dcterms:modified xsi:type="dcterms:W3CDTF">2026-10-31T11:38:49Z</dcterms:modified>
</cp:coreProperties>
</file>