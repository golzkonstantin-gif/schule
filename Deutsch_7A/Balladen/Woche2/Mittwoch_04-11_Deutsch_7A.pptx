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Anfang zeigen und am Ende noch einmal: Was haben wir geschafft? Ziele und Ablauf stehen zusätzlich an der Seitentafel.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A orientierend, weil ich nur eine Information suche · B überfliegend, weil ich nur wissen will, wie es ausgeht · C genau, weil ich etwas erklären soll. Die „weil“-Sätze aufheben: In Teil 2 schauen wir sie uns genauer an. Falls am Montag E (Überfliegen) nicht geschafft wurde: jetzt 1 Minute überfliegen lassen, Satz „In der Ballade geht es um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Methodenkarte Tandemlesen. Lösung: 1 Riese, schwarzer Bart sechs Ellen lang, Fäuste so groß wie Tonnen, wirft mit einem Mastbaum (Str. 1). 2 Der Schotte will herausfinden, wer von beiden stärker ist (Str. 2). 3 Schaya steckt Paddy ins Bett, türmt die Kissen hoch und gibt ihn als Baby aus; der Schotte sieht nur die riesige Nase, denkt an einen riesigen Vater und flieht (Str. 5–10).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Ablauf: S1 schreibt Antwort 1 in Stichworten mit Strophe an. S2 prüft sie zuerst (✓ oder ✗ + Stichwort zur Begründung) und schreibt dann Antwort 2. S3 prüft 2 und schreibt 3. S4 prüft 3. Alle anderen vergleichen mit ihrem Heft und verbessern mit Grün. Lösungen siehe Folie davor.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die Zeit reicht; sonst Einstieg am Donnerstag. Herumgehen, ein gelungenes Paar kurz vorerzählen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Wiederholung aus der Verb-Einheit: Das finite Verb (die Personalform) richtet sich nach der Person. Lösung: war, lief – beide an Position 2 (nach dem ersten Satzglied). Merksatz der Verb-Einheit nicht wiederholen lassen, nur kurz fragen: Woran erkennst du das finite Verb? (ändert sich mit der Person: ich war, du warst).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dass … war · dass … erwacht · als … sah. Erstes Wort: dass, als (Subjunktion). Das finite Verb steht am Ende. Vor der Subjunktion steht ein Komma (im Gedicht teils am Versende). Überleitung: Das ist eine Regel – Merksatz-Schnipsel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Schnipsel austeilen und einkleben lassen (nicht abschreiben). Gemeinsam lesen. Bezug Verb-Einheit: Im Perfekt ist das Hilfsverb finit – es wandert ans Ende. Bezug Englisch: because he is afraid – dort bleibt das Verb vorne.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Ich trainiere heute länger, weil am Samstag ein Wettkampf ist. 2 Der Trainer sagt, dass wir nach Frankfurt (Oder) fahren. 3 Ich war nervös, als ich auf der Matte stand. 4 Wir gewinnen, wenn wir als Team spielen. 5 Ich bin stolz, weil ich 80 kg gestoßen habe. *6 Der Trainer fragt, ob ich gut geschlafen habe. Prüf-Kette: S1 schreibt Satz 1 an. S2 prüft ihn (✓/✗ + Begründung: Verb am Ende? Komma?) und schreibt Satz 2 usw. Alle anderen vergleichen mit ihrem Heft und verbessern mit Grün.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…, weil ich noch duschen muss. 2 …, dass wir morgen frei haben. 3 Weißt du, ob der Neue auch kommt? 4 Ich freue mich, weil wir frei haben. (Komma fehlt). Reflexion: Beim Sprechen hört man oft „weil ich muss …“ – geschrieben ist das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Zeit bleibt. Satzanfänge, keine fertigen Sätze. Mögliche Ergänzungen: … weil er Angst vor dem Schotten hat · … dass Paddy ein Baby sei/ist · … als er die riesige Nase sieht · … weil er glaubt, dass der Vater noch größer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(*) Forscherfrage mündlich: In Str. 3 steht „als er stapfte durch den Sund“ – das Verb steht nicht am Ende, wegen Reim und Rhythmus (Sund – stund). Dichter dürfen abweichen, im Aufsatz gilt die Regel. Dann Zielcheck allein im Heft (4 Min.), danach Lösungsfolie: Selbstkontrolle mit Grün. Herumgehen und schauen, wer noch Fehler hat – am Donnerstag in der Wiederholung aufgreifen.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Grün verbessern. Wer bei 2 a oder 2 b einen Fehler hat, schaut sich den Merksatz noch einmal an. Am Donnerstag beginnt die Wiederholung genau mit diesen 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 · 4.11.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Deutsch 7A – Paddy Fingal: Inhalt und Sprachtraining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Den Inhalt erschließen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57784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57784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Sprachtraining an der Ballade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Doppelstunde: Ablauf und Ziele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Mittwoch, 4.11.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554480"/>
            <a:ext cx="109728" cy="18288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2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1719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 Min.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2128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Fragen zum Inhalt der Ballade mit Textbeleg beantworten.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27614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Lesetechniken · Tandemlesen · LB-Aufgabe 1 a · * LB-Aufgabe 1 b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6118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6" name="Shape 13"/>
          <p:cNvSpPr/>
          <p:nvPr/>
        </p:nvSpPr>
        <p:spPr>
          <a:xfrm>
            <a:off x="548640" y="3611880"/>
            <a:ext cx="109728" cy="182880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886200"/>
            <a:ext cx="548640" cy="54864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2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37764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Sprachtraining: Nebensätze mit Subjunktion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45 Min.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702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Nebensätze mit Subjunktion erkennen und richtig bilden: Das finite Verb steht am Ende.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645920" y="48188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Ü2 Entdecken in der Ballade · Merksatz · Ü3 Sätze verbinden · Ü4 Fehler finden · * Ü5 zurück zur Ballade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nur, wenn die Zeit reicht. Am Ende: Zielcheck – zwei kurze Aufgaben zu unseren Zielen.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Wilhelm Brandes · Lehrbuch S. 136 f.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WIEDERHOLUNG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Lesetechnik brauchst du? Begründe mit „weil“.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71907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84708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woher der Fremde kommt.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8163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94436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ob die Ballade gut ausgeht.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9136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40416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sollst erklären, welche List Paddys Frau anwendet.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ins Heft: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orientierend, weil …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allein, dann mit dem Nachbarn vergleichen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LB-AUFGABE 1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 Wovon handelt die Ballade?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die Ballade im Tandem: abwechselnd Strophe für Strophe.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Beantwortet die drei Fragen im Heft in ganzen Sätzen.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hinter jeder Antwort die Strophe.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233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Wie sieht Paddy Fingal aus?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988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Was möchte der Riese aus Schottland von Paddy?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97433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Welche List wendet Paddys Frau an?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 lesen (Tandem) + 8 Min. schreiben (allein)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TEIL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Prüf-Kette: Stimmt die Antwort?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824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drankommt, prüft zuerst die Antwort davor:  ✓ oder ✗  +  Begründung in Stichworten.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45973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schreibt er die nächste Antwort in Stichworten mit Strophe an.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369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vergleichen mit ihrem Heft und verbessern mit Grün.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– Strophe 1 stimmt, alle Merkmale genannt   ·   ✗ – die List steht in Str. 5–10, nicht in Str. 2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LB-AUFGABE 1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Ü1 b  Erzählt die Ballade nach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erzählt Strophe 1–5 nach, B hört zu und hakt die Checkliste ab.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Wechselt: B erzählt Strophe 6–11, A prüft.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eure Antworten aus Ü1 als Spickzettel.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69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Checkliste: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Titel und Autor  ·  richtige Reihenfolge  ·  nichts dazuerfinden  ·  alle wichtigen Details  ·  * spannend mit wörtlicher Rede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Tandem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Sprachtraining an der Ballade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Nebensätze mit Subjunktion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VERB-EINHEIT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steht das finite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beide Sätze ab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2441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war von Riesenart.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966960" y="2514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584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lief er heim in jähem Schreck.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3657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4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welcher Stelle steht das finite Verb?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ENTDECKEN IN DER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Ü2  Was passiert mit dem finiten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627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und maß von ferne klipp und klar,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der Fremdling zehn Schuh größer war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7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49631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 leise, Fremder, und tretet sacht,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Paddys Kindlein nicht erwacht</a:t>
            </a:r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31520" y="3401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6499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heiliger Patrick, wie ward ihm da,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 er die Nase ragen sah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18795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 fett gedruckten Teile ins Heft.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469087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das finite Verb. Kreise das erste Wort ein.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519379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mit den Sätzen von eben: Was fällt dir auf?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allein, 2 Minuten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– SCHNIPSEL EINKLEBEN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Nebensätze mit Subjunktion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Subjunktion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(dass, als, weil, wenn, ob, obwohl, während, nachdem) leitet einen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ein. Im Nebensatz steht das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Verb am Ende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Vor der Subjunktion steht ein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Komma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88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er Angst vor dem Vater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37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bin stolz,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80 kg gestoßen </a:t>
            </a:r>
            <a:pPr indent="0" marL="0">
              <a:buNone/>
            </a:pPr>
            <a:r>
              <a:rPr lang="en-US" sz="2200" b="1" u="sng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pPr indent="0" marL="0">
              <a:buNone/>
            </a:pPr>
            <a:r>
              <a:rPr lang="en-US" sz="22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(Perfekt: das Hilfsverb ist finit)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an Position 2   ·  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am Ende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Wofür?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begründen und Zusammenhänge zeigen – in jeder Analyse: „Die Ballade ist spannend, weil …“. Im Englischen bleibt das Verb vorne: because he is afraid.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5508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Steht am Anfang dass, als, weil, wenn …? Dann muss das finite Verb ans Ende – und davor ein Komma.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Markieren: Subjunktion einkreisen · finites Verb unterstreichen (Hilfsverb rot)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Sätze verbinden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8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4356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 die Sätze mit der Subjunktion in Klammern.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8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8928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ganzen Satz ins Heft. Denk an das Komma.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8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2350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Kreise die Subjunktion ein, unterstreiche das finite Verb.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288036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29900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299008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trainiere heute länger. Am Samstag ist ein Wettkampf.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0" y="2990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4198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341985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sagt. Wir fahren nach Frankfurt (Oder).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34198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(dass)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849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84962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war nervös. Ich stand auf der Matte.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3849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(als)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2793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gewinnen. Wir spielen als Team.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87552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(wenn)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4709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stolz. Ich habe 80 kg gestoßen.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875520" y="4709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138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6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417320" y="51389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fragt. Hast du gut geschlafen?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87552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(ob)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FEHLER FINDEN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Ü4  Was stimmt im Chat nicht?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6583680" cy="4114800"/>
          </a:xfrm>
          <a:prstGeom prst="roundRect">
            <a:avLst>
              <a:gd name="adj" fmla="val 1778"/>
            </a:avLst>
          </a:prstGeom>
          <a:solidFill>
            <a:srgbClr val="E9EEF6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60020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755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Komme später, weil ich muss noch duschen 🙈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148840" y="256032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31720" y="2715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Trainer hat gesagt, dass wir haben morgen frei!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77240" y="352044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Weißt du, ob kommt der Neue auch?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48840" y="448056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31720" y="4636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Ich freue mich weil wir frei haben 💪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406640" y="16459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06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1645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in jeder Nachricht den Fehler.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406640" y="25603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795528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richtig ins Heft.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7406640" y="34747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06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Notiere: Verbstellung oder Komma?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ZURÜCK ZUR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Ü5  Erkläre die Ballade mit Nebensätzen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mindestens drei Sätze ins Heft. Kreise die Subjunktion ein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31343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versteckt sich im Bett, weil …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86207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935224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Schaya erzählt dem Schotten, dass …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55701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erschrickt, als …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41056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17880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weil …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72744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8006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Nachbarn staunen, als …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Zielcheck: Hast du die Ziele erreicht?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554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Forscherfrage: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3: „Und als er stapfte durch den Sund“ – was ist hier anders, und warum?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468880"/>
            <a:ext cx="109728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651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1: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 mit Strophe: Warum flieht der Schotte am Ende?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3383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383280"/>
            <a:ext cx="109728" cy="77724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566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a: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Verbinde: Der Schotte erschrickt. Er sieht die riesige Nase. (als)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6" name="Shape 13"/>
          <p:cNvSpPr/>
          <p:nvPr/>
        </p:nvSpPr>
        <p:spPr>
          <a:xfrm>
            <a:off x="548640" y="4297680"/>
            <a:ext cx="109728" cy="77724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4805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b: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Richtig oder falsch? Begründe:  „Paddy versteckt sich, weil er hat Angst.“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im Heft, dann Lösung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SELBSTKONTROLLE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 – Lösung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Sprachtraining: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645920"/>
            <a:ext cx="109728" cy="9601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874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1: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sieht die riesige Nase des „Babys“ und glaubt, der Vater müsse noch viel größer sein (Str. 8–10).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788920"/>
            <a:ext cx="109728" cy="96012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017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Schotte erschrickt, als er die riesige Nase sieht.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3931920"/>
            <a:ext cx="109728" cy="96012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4160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b: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Falsch: Im Nebensatz steht das finite Verb am Ende → …, weil er Angst hat.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Verbessere mit Grün. Alles richtig? Dann hast du beide Ziele erreicht.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Deutsch 7A – Mittwoch 4.11.</dc:title>
  <dc:subject>PptxGenJS Presentation</dc:subject>
  <dc:creator>PptxGenJS</dc:creator>
  <cp:lastModifiedBy>PptxGenJS</cp:lastModifiedBy>
  <cp:revision>1</cp:revision>
  <dcterms:created xsi:type="dcterms:W3CDTF">2026-10-31T10:46:08Z</dcterms:created>
  <dcterms:modified xsi:type="dcterms:W3CDTF">2026-10-31T10:46:08Z</dcterms:modified>
</cp:coreProperties>
</file>