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 einmal vorlesen. Die Folie bleibt am Ende für die Auswertung wichtig (Folie „Ziel erreicht?“).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Zwei Vermutungen vorlesen lassen (Riese, Seemann, Raufbold …). Noch nicht lesen – nur Titel und erstes Bild.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A gezielt suchen (orientierend) · B schnell drüber (überfliegend) · C langsam, Wort für Wort (genau). Überleitung: Diese drei Leseweisen haben Namen – die Lesetechniken.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Rückbezug: A = orientierend, B = überfliegend, C = genau. Die Schüler ergänzen die Fachbegriffe in ihren Notizen von vorhin.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Zeit laut stoppen: „Start … Stopp. Buch zu.“ Lösung z. B.: In der Ballade geht es um den Riesen Paddy Fingal und einen noch größeren Schotten, vor dem er sich versteckt.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Methodenkarte „Chorisches Lesen“: Lehrkraft liest die Strophen, die Klasse spricht die letzte Zeile jeder Strophe im Chor. Vorher Tempo und Lautstärke festlegen. Danach schreiben alle den ersten Eindruck in Ü1; zwei lesen vor.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1 sechs Ellen (Str. 1) · 2 aus Schottland (Str. 2) · 3 Schaya (Str. 4) · 4 nur seine Nase (Str. 5) · *5 eine flache Stelle in einem Fluss oder Bach (Worterklärung 7). Nachfragen: Wie hast du die Stelle so schnell gefunden? (Schlüsselwörter, Fußnoten)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Str. 7 Schaya warnt: Paddys Kind schläft. · Str. 8 Der Schotte schaut ins Bett und sieht die riesige Nase. · Str. 9 Er denkt: Wenn schon das Baby so groß ist, wie groß ist dann der Vater? · Warum? Schayas List: Sie gibt Paddy als Baby aus – der Schotte bekommt Angst vor dem „Vater“.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Danach erklärt ein Schüler im Plenum Schayas List (Frage 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1 überfliegend · 2 orientierend · 3 genau.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Zwei Schüler lesen vor. Erwartet: die drei Lesetechniken und wann man sie benutzt. * Wenn Zeit bleibt: LB-Aufgabe 1 b – ein Schüler erzählt die Ballade mündlich nach (Titel, Autor, Reihenfolge, nichts dazuerfinden).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745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BALLADEN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Paddy Fingal – Lesetechniken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Leute, höret die Geschicht’ – Wilhelm Brandes: Paddy Fingal (Lehrbuch S. 136 f.)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429768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3F7C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überfliegend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74720" y="429768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orientierend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0" y="429768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0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Ziel und Ablauf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Fingal – Lesetechniken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AF0FA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554480"/>
            <a:ext cx="109728" cy="109728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1737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 </a:t>
            </a:r>
            <a:pPr indent="0" marL="0">
              <a:buNone/>
            </a:pPr>
            <a:r>
              <a:rPr lang="en-US" sz="2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kann je nach Leseziel überfliegend, orientierend oder genau lesen und meinen ersten Eindruck von einer Ballade begründen.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822960" y="29718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4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9992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ist Paddy Fingal?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22960" y="3593592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3593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4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62102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lest ihr?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822960" y="4215384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" y="4215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4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424281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Merksatz 1: Lesetechniken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22960" y="4837176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22960" y="4837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4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486460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Ü1 Paddy Fingal lesen (Frage 5 *)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822960" y="5458968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2960" y="5458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40" dirty="0"/>
          </a:p>
        </p:txBody>
      </p:sp>
      <p:sp>
        <p:nvSpPr>
          <p:cNvPr id="24" name="Text 21"/>
          <p:cNvSpPr txBox="1"/>
          <p:nvPr/>
        </p:nvSpPr>
        <p:spPr>
          <a:xfrm>
            <a:off x="1417320" y="5486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habe ich heute gelernt?  ·  * LB-Aufgabe 1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ANKOMMEN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 ist Paddy Fingal?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Fingal – Lesetechniken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874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Paddy Fingal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788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Wilhelm Brandes · Lehrbuch S. 136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114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Schau nur auf den Titel und das erste Bild. Schreibe einen Satz ins Heft: </a:t>
            </a:r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ist Paddy Fingal?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Minuten · allein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VORWISSEN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lest ihr?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Fingal – Lesetechniken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ins Heft zu jeder Situation: Wie liest du – schnell drüber, gezielt suchen oder langsam Wort für Wort?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1031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26771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23774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bekommst die Ausschreibung für ein Turnier und suchst nur deine Startzeit.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345643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1645920" y="35661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blätterst in einem Buch und willst wissen, worum es in einem Kapitel geht.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548640" y="44805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464515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1645920" y="47548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bekommst eine neue Regel für deinen Sport, die du genau verstehen musst.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Minuten · allein, dann zu zweit vergleichen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MERKSATZ 1 – ABSCHREIBEN, ROT UMRAHMEN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Lesetechniken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Fingal – Lesetechniken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11064240" cy="379476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381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6459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nach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Leseziel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lese ich unterschiedlich: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68680" y="2240280"/>
            <a:ext cx="2377440" cy="685800"/>
          </a:xfrm>
          <a:prstGeom prst="roundRect">
            <a:avLst>
              <a:gd name="adj" fmla="val 49333"/>
            </a:avLst>
          </a:prstGeom>
          <a:solidFill>
            <a:srgbClr val="3F7CC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240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  überfliegend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22860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 über den Text (Überschrift, Anfang, Ende, auffällige Wörter)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ich will wissen, </a:t>
            </a:r>
            <a:pPr indent="0" marL="0">
              <a:buNone/>
            </a:pPr>
            <a:r>
              <a:rPr lang="en-US" sz="1900" b="1" dirty="0">
                <a:solidFill>
                  <a:srgbClr val="3F7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worum es geht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868680" y="3200400"/>
            <a:ext cx="2377440" cy="685800"/>
          </a:xfrm>
          <a:prstGeom prst="roundRect">
            <a:avLst>
              <a:gd name="adj" fmla="val 49333"/>
            </a:avLst>
          </a:prstGeom>
          <a:solidFill>
            <a:srgbClr val="E8A33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3200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⌕  orientierend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32461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gezielt suchen, den Rest überspringen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ich will </a:t>
            </a:r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bestimmte Information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finden.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868680" y="4160520"/>
            <a:ext cx="2377440" cy="685800"/>
          </a:xfrm>
          <a:prstGeom prst="roundRect">
            <a:avLst>
              <a:gd name="adj" fmla="val 49333"/>
            </a:avLst>
          </a:prstGeom>
          <a:solidFill>
            <a:srgbClr val="2E9E6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68680" y="4160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 genau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42062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Satz für Satz, Unbekanntes klären, Randnotizen machen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ich will </a:t>
            </a:r>
            <a:pPr indent="0" marL="0">
              <a:buNone/>
            </a:pPr>
            <a:r>
              <a:rPr lang="en-US" sz="19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verstehen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548640" y="544068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550468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Wofür?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spare Zeit und finde, was ich brauche – die Startzeit in der Ausschreibung genauso wie die wichtige Stelle in einer Ballade.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72200" y="544068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355080" y="550468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 dich vor dem Lesen: Will ich einen Überblick, eine Information oder alles verstehen?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 · Ü1 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Ü1 a) Überfliegen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Fingal – Lesetechniken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63677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ins Heft: Ü1 Paddy Fingal lesen – a). Schlage S. 136 f. auf.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36829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Überfliege die Ballade – genau 1 Minute für beide Seiten.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09981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Klappe das Buch zu. Schreibe einen Satz: „In der Ballade geht es um …“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548640" y="40690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4F7F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4206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F7C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  1 Minute</a:t>
            </a:r>
            <a:endParaRPr lang="en-US" sz="4800" dirty="0"/>
          </a:p>
        </p:txBody>
      </p:sp>
      <p:sp>
        <p:nvSpPr>
          <p:cNvPr id="18" name="Shape 15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lesen + 2 Minuten schreiben · allein · leise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 · ZUHÖREN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Zuhören und mitsprechen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Fingal – Lesetechniken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72821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Hör zu, während die Ballade vorgelesen wird. Lies im Buch mit.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50545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letzte Zeile jeder Strophe sprecht ihr alle im Chor mit.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28269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ins Heft: Die Ballade wirkt lustig / spannend / unheimlich, weil …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548640" y="42062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AF0F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42062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 so ein Kerl war Paddy Fingal!</a:t>
            </a:r>
            <a:endParaRPr lang="en-US" sz="4000" dirty="0"/>
          </a:p>
        </p:txBody>
      </p:sp>
      <p:sp>
        <p:nvSpPr>
          <p:cNvPr id="18" name="Shape 15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Minuten · alle gemeinsam, dann allein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 · Ü1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Ü1 b) Orientierend lesen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Fingal – Lesetechniken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63677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 nur die Antworten – lies nicht alles!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36829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b) ins Heft. Notiere die Antwort und die Strophe.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31546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lang ist Paddys Bart?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3657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Woher kommt der Fremde?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4160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heißt Paddys Frau?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4663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guckt aus dem Bett heraus?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51663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Was ist eine Furt? (Tipp: Worterklärungen)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Minuten · allein · leise · Wer fertig ist, macht Frage 5*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 · Ü1 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Ü1 c) Genau lesen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Fingal – Lesetechniken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63677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c) ins Heft. Lies Strophe 7 bis 9 Satz für Satz.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36829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Notiere zu jeder Strophe einen Stichpunkt.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09981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Beantworte: Warum läuft der Schotte weg?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548640" y="4114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4114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„Ist das ein Baby, wie Ihr sagt, – ein Narr, wer’s mit ihm selber wagt!“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Minuten · allein · leise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 · VERGLEICH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Vergleicht zu zweit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Fingal – Lesetechniken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72821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Vergleicht a, b und c.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55117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Verbessert mit Grün.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37413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Erklärt euch gegenseitig Schayas List.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Minuten · zu zweit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Lesetechnik passt?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Fingal – Lesetechniken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ins Heft die passende Lesetechnik. 1 Minute.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1031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26771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23774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willst wissen, ob ein Zeitungsartikel über deinen Verein berichtet.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345643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1645920" y="35661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suchst, wie lang Paddys Bart ist.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548640" y="44805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464515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1645920" y="47548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sollst erklären, warum der Schotte wegläuft.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Ziel erreicht?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kann je nach Leseziel überfliegend, orientierend oder genau lesen und meinen ersten Eindruck von einer Ballade begründen.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10515600" cy="1097280"/>
          </a:xfrm>
          <a:prstGeom prst="roundRect">
            <a:avLst>
              <a:gd name="adj" fmla="val 6667"/>
            </a:avLst>
          </a:prstGeom>
          <a:solidFill>
            <a:srgbClr val="2430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36576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Schreibe ins Heft:  Heute habe ich gelernt, …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Lesetechniken</dc:title>
  <dc:subject>PptxGenJS Presentation</dc:subject>
  <dc:creator>PptxGenJS</dc:creator>
  <cp:lastModifiedBy>PptxGenJS</cp:lastModifiedBy>
  <cp:revision>1</cp:revision>
  <dcterms:created xsi:type="dcterms:W3CDTF">2026-10-13T20:02:41Z</dcterms:created>
  <dcterms:modified xsi:type="dcterms:W3CDTF">2026-10-13T20:02:41Z</dcterms:modified>
</cp:coreProperties>
</file>