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 einmal vorlesen. Die Folie bleibt am Ende für die Auswertung wichtig (Folie „Ziel erreicht?“).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 Notizraster: Wer: John Maynard (Steuermann), Kapitän, Passagiere · Wo: auf dem Schiff „Schwalbe“ auf dem Eriesee, auf dem Weg nach Buffalo · Was passiert: Feuer bricht aus, Panik, Maynard hält das Steuer und fährt ans Ufer · Wie endet es: alle gerettet, nur Maynard stirbt; die Stadt ehrt ihn.
Methoden: Lautlesetraining mit Hörbuch (Schattenlesen), Tandemlesen. Tandems vorher festlegen.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A gezielt suchen (orientierend) · B schnell drüber (überfliegend) · C langsam, Wort für Wort (genau). Überleitung: Diese drei Leseweisen haben Namen – die Lesetechniken.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Rückbezug: A = orientierend, B = überfliegend, C = genau. Die Schüler ergänzen die Fachbegriffe in ihren Notizen von vorhin.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 laut stoppen: „Start … Stopp. Buch zu.“ Das Überfliegen funktioniert nur mit echter Zeitgrenze.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„Schwalbe“ (Str. 2) · 2 von Detroit nach Buffalo, über den Eriesee (Str. 2) · 3 zwanzig Minuten (Str. 3) · 4 „Ja, Herr, ich halt’s!“ (Str. 6) · *5 zehntausend oder mehr (Str. 8). Nachfragen: Wie hast du die Stelle so schnell gefunden? (Schlüsselwörter: Feuer, Minuten, Grab)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Stichpunkte z. B.: Kapitän fragt – Maynard antwortet – Befehl: auf den Strand – Maynard hält aus – steuert in die Brandung. Wörter: Sprachrohr = Rohr, durch das man über Entfernung spricht (Kapitän „fragt an“, sieht ihn nicht) · Brandung = Wellen, die am Ufer brechen · Bugspriet = vorderster Teil des Schiffs („vorn ist noch Luft und Licht“, Str. 4). Teil 3 ist mit * markiert und kann entfallen.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Danach die Antworten zu b) kurz mündlich abfragen (je ein Schüler pro Frage),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überfliegend · 2 orientierend · 3 genau.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Schüler lesen vor. Erwartet: die drei Lesetechniken und wann man sie benutzt. Ausblick: Nächste Stunde lesen wir die Ballade genau und gliedern 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BALLADEN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 Maynard – hören und lesen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Leute, höret die Geschicht’ – drei Lesetechniken für jeden Text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überfliegend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429768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orientierend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429768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 und Ablauf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AF0F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554480"/>
            <a:ext cx="109728" cy="10972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 </a:t>
            </a:r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beim Zuhören Notizen machen und je nach Leseziel überfliegend, orientierend oder genau lesen.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9992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Ballade hören und mitlesen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359359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62102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lest ihr?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2960" y="421538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1: Lesetechniken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22960" y="483717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837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864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Ü1 Drei Arten zu lesen (c Teil 2 *)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22960" y="545896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458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4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5486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habe ich heute gelernt?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Ballade hören und mitlesen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Klebe den Schnipsel „John Maynard hören“ ins Heft.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Höre zu und notiere Stichpunkte: Wer? Wo? Was passiert? Wie endet es?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 zu zweit und ergänze, was dir fehlt.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83133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Höre noch einmal und lies im Buch leise mit. Beantworte: Wer ist John Maynard?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5628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Strophe 2 und 3 im Tandem halblaut nach.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17 Minuten · allein, zu zweit, Tandem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lest ihr?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 zu jeder Situation: Wie liest du – schnell drüber, gezielt suchen oder langsam Wort für Wort?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2677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3774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bekommst die Ausschreibung für ein Turnier und suchst nur deine Startzeit.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4564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566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blätterst in einem Buch und willst wissen, worum es in einem Kapitel geht.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645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4754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bekommst eine neue Regel für deinen Sport, die du genau verstehen musst.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Minuten · allein, dann zu zweit vergleichen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1 – ABSCHREIBEN, ROT UMRAHMEN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Lesetechniken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6424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645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nach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Leseziel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lese ich unterschiedlich: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68680" y="224028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3F7C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überfliegend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2860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 über den Text (Überschrift, Anfang, Ende, auffällige Wörter)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ich will wissen, </a:t>
            </a:r>
            <a:pPr indent="0" marL="0">
              <a:buNone/>
            </a:pPr>
            <a:r>
              <a:rPr lang="en-US" sz="19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es geht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8680" y="320040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E8A3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  orientierend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246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 suchen, den Rest überspringen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ich will </a:t>
            </a:r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bestimmte Information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finden.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68680" y="4160520"/>
            <a:ext cx="2377440" cy="685800"/>
          </a:xfrm>
          <a:prstGeom prst="roundRect">
            <a:avLst>
              <a:gd name="adj" fmla="val 49333"/>
            </a:avLst>
          </a:prstGeom>
          <a:solidFill>
            <a:srgbClr val="2E9E6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genau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206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Satz für Satz, Unbekanntes klären, Randnotizen machen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ich will </a:t>
            </a:r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verstehen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48640" y="54406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55046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Wofür?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spare Zeit und finde, was ich brauche – die Startzeit in der Ausschreibung genauso wie die wichtige Stelle in einer Ballade.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2200" y="54406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55080" y="55046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 dich vor dem Lesen: Will ich einen Überblick, eine Information oder alles verstehen?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Ü1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a) Überfliegen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Klebe den Schnipsel Ü1 ins Heft. Schlage die Ballade im Lehrbuch auf.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Überfliege die Ballade – genau 1 Minute.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Klappe das Buch zu. Schreibe einen Satz: „In der Ballade geht es um …“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 1 Minute</a:t>
            </a:r>
            <a:endParaRPr lang="en-US" sz="48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lesen + 2 Minuten schreiben · allein · leise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Ü1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b) Orientierend lesen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nur die Antworten – lies nicht alles!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die Antwort und die Strophe auf dem Schnipsel.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154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heißt das Schiff?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wo nach wo fährt es?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viele Minuten sind es noch bis Buffalo, als das Feuer ausbricht?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antwortet John Maynard dem Kapitän zuletzt?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Wie viele Menschen folgen dem Sarg?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 · allein · leise · Wer fertig ist, macht Frage 5*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Ü1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c) Genau lesen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Strophe 5 und 6 Satz für Satz.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auf dem Schnipsel Stichpunkte, was passiert – wie Randnotizen.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Kläre die Wörter aus dem Kontext: Was vermutest du? Welcher Hinweis im Text hilft?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188720" y="41148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8720" y="4114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Sprachrohr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663440" y="41148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63440" y="4114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Brandung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8138160" y="41148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138160" y="4114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Bugspriet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Minuten · allein · leise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VERGLEICH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Vergleicht zu zweit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7282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a, b und c.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55117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Verbessert mit Grün.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3741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Überlegt: Bei welcher Technik wart ihr am schnellsten – und warum?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Minuten · zu zweit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Lesetechnik passt?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Maynard – hören und lesen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ins Heft die passende Lesetechnik. 1 Minute.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2677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3774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willst wissen, ob ein Zeitungsartikel über deinen Verein berichtet.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4564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566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suchst im Lehrbuch, in welcher Strophe das Feuer ausbricht.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645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4754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sollst morgen erklären, warum John Maynard ein Held ist.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 erreicht?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beim Zuhören Notizen machen und je nach Leseziel überfliegend, orientierend oder genau lesen.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2430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Schreibe ins Heft:  Heute habe ich gelernt, …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Lesetechniken</dc:title>
  <dc:subject>PptxGenJS Presentation</dc:subject>
  <dc:creator>PptxGenJS</dc:creator>
  <cp:lastModifiedBy>PptxGenJS</cp:lastModifiedBy>
  <cp:revision>1</cp:revision>
  <dcterms:created xsi:type="dcterms:W3CDTF">2026-10-13T19:33:27Z</dcterms:created>
  <dcterms:modified xsi:type="dcterms:W3CDTF">2026-10-13T19:33:27Z</dcterms:modified>
</cp:coreProperties>
</file>