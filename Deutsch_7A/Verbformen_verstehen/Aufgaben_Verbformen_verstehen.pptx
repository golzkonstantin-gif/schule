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Präsentation enthält die Merksätze (zum Abschreiben) und die Übungen. Tafelbilder und Tabellen entstehen weiterhin an der Tafel (siehe Tafelskript). Lösungen stehen jeweils in den Notizen.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habe … gegangen → bin gegangen · sind … gespielt → haben gespielt · geschießt → geschossen. Satz 5 ist richtig (hatte = Vollverb). Noch nicht erklären lassen – das passiert am Ende der Stunde.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schreibt ihr von der Folie ab: Merksatz 1. Rahmt ihn rot ein.“ Warten, bis alle den Stift hingelegt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schreibt ihr von der Folie ab: Merksatz 2. Rahmt ihn rot ein.“ Warten, bis alle den Stift hingelegt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konnte → können · liest → lesen · bin → sein · fuhr → fahren · wusste → wissen · schläft → schlafen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Vorher an der Tafel: Tabelle haben/sein im Präsens gemeinsam entwickeln (Präteritum-Spalten leer). Ansage: „Jetzt schreibt ihr von der Folie ab: Merksatz 3. Dann zeichnet ihr die Tabelle von der Tafel mit Lineal ab – auch die leeren Spalten!“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Bist → sein · 2 hat → haben · 3 sind → sein · 4 Habt → haben · 5 ist → sein · 6 schaut → schauen (bewusst kein haben/sein). Bei 4 nachfragen: gesehen ist infinit.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Vorher an der Tafel: Präteritum-Spalten der Tabelle gemeinsam füllen. Ansage: „Füllt in eurem Heft die leeren Spalten aus. Dann schreibt ihr von der Folie ab: Merksatz 4.“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Einmal mit einem Schüler vormachen. Tabelle im Heft abdecken lassen. Am Ende fragen: Welche Form war am schwierigsten? (meist wart, hattet)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war · 2 hattest · 3 waren · 4 hattet · 5 Warst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schreibt ihr von der Folie ab: Merksatz 5. Rahmt ihn rot ein.“ Warten, bis alle den Stift hingelegt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gekauft · geschrieben · gegessen · gefahren · ★ verstanden · telefoniert · aufgeräumt (ge- in der Mitte)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schreibt ihr von der Folie ab: Merksatz 6 mit den beiden Beispielsätzen – in Farbe.“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bin · 2 habe · 3 sind · 4 hat · 5 sind · 6 bin. Begründung 3: fahren = Bewegung von A nach B. Begründung 6: einschlafen = Veränderung.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Ansage: „Jetzt schreibt ihr von der Folie ab: Merksatz 7. Rahmt ihn rot ein.“ Warten, bis alle den Stift hingelegt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Vollverb · 2 Hilfsverb (runtergefallen) · 3 Vollverb · 4 Hilfsverb (vergessen)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Erwartung: gegangen = Bewegung → bin · spielen = keine Bewegung → haben · Partizip II von schießen = geschossen. Satz 5: hatte ist Vollverb (kein Partizip II am Ende). Die korrigierten Sätze an die Tafel 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sein, Präteritum, nein · 2 haben, Präsens, ja · 3 haben, Präteritum, nein · 4 sein, Präsens, ja. Auswertung: „ja“ bei 1 oder 3 → Hilfsverb/Vollverb verwechselt; „Präteritum“ bei 2 oder 4 → Form des Hilfsverbs mit der Zeit des Geschehens verwechselt.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Verbformen verstehen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Merksätze und Übungen der Stunde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Deutsch, Klasse 7A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· OHNE HEFT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stimmt in diesem Chat nicht?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den Chat.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 die drei Fehler bei den Verben. Melde dich.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gemeinsam · mündlich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nicht erklären – das machen wir am Ende.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862072"/>
            <a:ext cx="9326880" cy="488290"/>
          </a:xfrm>
          <a:prstGeom prst="roundRect">
            <a:avLst>
              <a:gd name="adj" fmla="val 28090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2862072"/>
            <a:ext cx="896112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 du gestern das Spiel gesehen?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2331720" y="3441802"/>
            <a:ext cx="9326880" cy="488290"/>
          </a:xfrm>
          <a:prstGeom prst="roundRect">
            <a:avLst>
              <a:gd name="adj" fmla="val 28090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560320" y="3441802"/>
            <a:ext cx="896112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Nee, ich habe erst um zehn nach Hause gegangen.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4021531"/>
            <a:ext cx="9326880" cy="488290"/>
          </a:xfrm>
          <a:prstGeom prst="roundRect">
            <a:avLst>
              <a:gd name="adj" fmla="val 28090"/>
            </a:avLst>
          </a:prstGeom>
          <a:solidFill>
            <a:srgbClr val="F4F7F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4021531"/>
            <a:ext cx="896112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Schade. Wir sind echt stark gespielt.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331720" y="4601261"/>
            <a:ext cx="9326880" cy="488290"/>
          </a:xfrm>
          <a:prstGeom prst="roundRect">
            <a:avLst>
              <a:gd name="adj" fmla="val 28090"/>
            </a:avLst>
          </a:prstGeom>
          <a:solidFill>
            <a:srgbClr val="EAF0F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560320" y="4601261"/>
            <a:ext cx="896112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hat die Tore geschießt?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180990"/>
            <a:ext cx="9326880" cy="488290"/>
          </a:xfrm>
          <a:prstGeom prst="roundRect">
            <a:avLst>
              <a:gd name="adj" fmla="val 28090"/>
            </a:avLst>
          </a:prstGeom>
          <a:solidFill>
            <a:srgbClr val="F4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7240" y="5180990"/>
            <a:ext cx="896112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hatte zwei Treffer. Das dritte hat Ali gemacht.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1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Infinitiv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Infinitiv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ist die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Grundform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eines Verbs. Er endet auf -en oder -n.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ging → </a:t>
            </a:r>
            <a:pPr indent="0" marL="0">
              <a:buNone/>
            </a:pPr>
            <a:r>
              <a:rPr lang="en-US" sz="20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isst → </a:t>
            </a:r>
            <a:pPr indent="0" marL="0">
              <a:buNone/>
            </a:pPr>
            <a:r>
              <a:rPr lang="en-US" sz="20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basteln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steht das Verb im Wörterbuch. Aus dem Infinitiv werden alle anderen Formen gebildet.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Lässt sich die Form so im Wörterbuch finden?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2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Verbform (Personalform)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Verbform passt sich der Person und der Zahl an. Infinitiv und Partizip II sind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sie verändern sich nicht.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spiel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wir spiel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finite Form zeigt,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etwas tut.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Ersetze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durch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Form, die sich ändert, ist finit.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Zurück zur Grundform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Ü1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jedes Wort ab und ergänze den Infinitiv.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95351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29535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konnte  →  </a:t>
            </a:r>
            <a:pPr indent="0" marL="0">
              <a:buNone/>
            </a:pPr>
            <a:r>
              <a:rPr lang="en-US" sz="24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343400" y="295351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17720" y="29535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liest  →  </a:t>
            </a:r>
            <a:pPr indent="0" marL="0">
              <a:buNone/>
            </a:pPr>
            <a:r>
              <a:rPr lang="en-US" sz="24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8138160" y="295351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12480" y="295351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  →  </a:t>
            </a:r>
            <a:pPr indent="0" marL="0">
              <a:buNone/>
            </a:pPr>
            <a:r>
              <a:rPr lang="en-US" sz="24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48640" y="427939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427939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fuhr  →  </a:t>
            </a:r>
            <a:pPr indent="0" marL="0">
              <a:buNone/>
            </a:pPr>
            <a:r>
              <a:rPr lang="en-US" sz="24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4343400" y="427939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617720" y="427939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wusste  →  </a:t>
            </a:r>
            <a:pPr indent="0" marL="0">
              <a:buNone/>
            </a:pPr>
            <a:r>
              <a:rPr lang="en-US" sz="24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8138160" y="4279392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412480" y="4279392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schläft  →  </a:t>
            </a:r>
            <a:pPr indent="0" marL="0">
              <a:buNone/>
            </a:pPr>
            <a:r>
              <a:rPr lang="en-US" sz="24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3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Formen zurückführen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 finite Form gehört zu einem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Infinitiv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Bei unregelmäßigen Verben ändert sich der Stamm stark.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bin, ist, war → </a:t>
            </a:r>
            <a:pPr indent="0" marL="0">
              <a:buNone/>
            </a:pPr>
            <a:r>
              <a:rPr lang="en-US" sz="20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habe, hat, hatte → </a:t>
            </a:r>
            <a:pPr indent="0" marL="0">
              <a:buNone/>
            </a:pPr>
            <a:r>
              <a:rPr lang="en-US" sz="20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wer den Infinitiv kennt, erkennt das Verb, kann es nachschlagen und seine Zeitform bestimmen.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Frage: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heißt der Infinitiv?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Form finden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Ü2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 in jedem Satz die finite Verbform.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nur Nummer, finite Form und Infinitiv: 1 … → …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33298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332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34670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Bist du morgen beim Training?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48640" y="3749040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3735324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37353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749040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Meine Schwester hat ein neues Handy.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548640" y="4151376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413766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151376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sind am Freitag im Kino.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548640" y="4553712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4539996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" y="45399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234440" y="4553712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Habt ihr die neue Staffel schon gesehen?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548640" y="4956048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494233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5800" y="4942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234440" y="4956048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Akku ist fast leer.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548640" y="535838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" y="534466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85800" y="53446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234440" y="535838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Leon schaut jeden Abend Videos.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4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 und sein im Präteritum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Präteritum heißt es: ich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hatte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(haben) und ich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(sein). Auch „war“ gehört zum Infinitiv sein.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Gestern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müde.   ·   Gestern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hatte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keine Zeit.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Präteritum erzählt man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schriftlich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Vergangenem – in Erzählungen und Berichten.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Setze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„gestern“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davor.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 · OHNE HEFT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Speed-Duell zu zweit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Nenne Person, Verb und Zeitform: „wir – sein – Präteritum“.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Partner antwortet in drei Sekunden. Richtig = 1 Punkt.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2 Minuten wechselt ihr. Wer hat mehr Punkte?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zu zweit · Flüsterstimme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im Heft abdecken!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3467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8953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· du · er/sie/es · wir · ihr · sie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5303520" y="3346704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D9534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303520" y="33467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303520" y="38953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 · sein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8138160" y="3346704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5B6B8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38160" y="33467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Zeitform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38953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Präsens · Präteritum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548640" y="4672584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46725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</a:t>
            </a:r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„ihr – haben – Präteritum“  →  </a:t>
            </a:r>
            <a:pPr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 hattet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Letzte Woche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Ü3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untereinander nur die Nummer und das fehlende Wort.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862072"/>
            <a:ext cx="11109960" cy="515722"/>
          </a:xfrm>
          <a:prstGeom prst="roundRect">
            <a:avLst>
              <a:gd name="adj" fmla="val 14184"/>
            </a:avLst>
          </a:prstGeom>
          <a:solidFill>
            <a:srgbClr val="F4F7FD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2937053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293705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2862072"/>
            <a:ext cx="1028700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Gestern </a:t>
            </a:r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beim Zahnarzt.</a:t>
            </a:r>
            <a:pPr indent="0" marL="0">
              <a:buNone/>
            </a:pPr>
            <a:r>
              <a:rPr lang="en-US" sz="20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(sein)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48640" y="3441802"/>
            <a:ext cx="11109960" cy="515722"/>
          </a:xfrm>
          <a:prstGeom prst="roundRect">
            <a:avLst>
              <a:gd name="adj" fmla="val 14184"/>
            </a:avLst>
          </a:prstGeom>
          <a:solidFill>
            <a:srgbClr val="F4F7FD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351678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35167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3441802"/>
            <a:ext cx="1028700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</a:t>
            </a:r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 Wochenende Geburtstag, oder?</a:t>
            </a:r>
            <a:pPr indent="0" marL="0">
              <a:buNone/>
            </a:pPr>
            <a:r>
              <a:rPr lang="en-US" sz="20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(haben)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548640" y="4021531"/>
            <a:ext cx="11109960" cy="515722"/>
          </a:xfrm>
          <a:prstGeom prst="roundRect">
            <a:avLst>
              <a:gd name="adj" fmla="val 14184"/>
            </a:avLst>
          </a:prstGeom>
          <a:solidFill>
            <a:srgbClr val="F4F7FD"/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" y="409651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4021531"/>
            <a:ext cx="1028700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</a:t>
            </a:r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letzte Woche auf Klassenfahrt.</a:t>
            </a:r>
            <a:pPr indent="0" marL="0">
              <a:buNone/>
            </a:pPr>
            <a:r>
              <a:rPr lang="en-US" sz="20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(sein)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548640" y="4601261"/>
            <a:ext cx="11109960" cy="515722"/>
          </a:xfrm>
          <a:prstGeom prst="roundRect">
            <a:avLst>
              <a:gd name="adj" fmla="val 14184"/>
            </a:avLst>
          </a:prstGeom>
          <a:solidFill>
            <a:srgbClr val="F4F7FD"/>
          </a:solidFill>
          <a:ln/>
        </p:spPr>
      </p:sp>
      <p:sp>
        <p:nvSpPr>
          <p:cNvPr id="29" name="Shape 26"/>
          <p:cNvSpPr/>
          <p:nvPr/>
        </p:nvSpPr>
        <p:spPr>
          <a:xfrm>
            <a:off x="685800" y="467624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467624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234440" y="4601261"/>
            <a:ext cx="1028700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 </a:t>
            </a:r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gestern kein WLAN.</a:t>
            </a:r>
            <a:pPr indent="0" marL="0">
              <a:buNone/>
            </a:pPr>
            <a:r>
              <a:rPr lang="en-US" sz="20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(haben)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548640" y="5180990"/>
            <a:ext cx="11109960" cy="515722"/>
          </a:xfrm>
          <a:prstGeom prst="roundRect">
            <a:avLst>
              <a:gd name="adj" fmla="val 14184"/>
            </a:avLst>
          </a:prstGeom>
          <a:solidFill>
            <a:srgbClr val="F4F7FD"/>
          </a:solidFill>
          <a:ln/>
        </p:spPr>
      </p:sp>
      <p:sp>
        <p:nvSpPr>
          <p:cNvPr id="33" name="Shape 30"/>
          <p:cNvSpPr/>
          <p:nvPr/>
        </p:nvSpPr>
        <p:spPr>
          <a:xfrm>
            <a:off x="685800" y="5255971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85800" y="525597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1234440" y="5180990"/>
            <a:ext cx="10287000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du schon einmal in einem Escape Room?</a:t>
            </a:r>
            <a:pPr indent="0" marL="0">
              <a:buNone/>
            </a:pPr>
            <a:r>
              <a:rPr lang="en-US" sz="20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(sein)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5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Partizip II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Partizip II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ist infinit und verändert sich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Man bildet es meist mit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ge-…-t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oder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ge-…-en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Verben auf be-, ver-, -ieren bekommen kein ge-.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gespielt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gelaufen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bestellt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verstanden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telefoniert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haben oder sein erzähle ich, was schon passiert ist (Perfekt): Ich 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900" b="1" dirty="0">
                <a:solidFill>
                  <a:srgbClr val="C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gespielt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Ich 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900" b="1" dirty="0">
                <a:solidFill>
                  <a:srgbClr val="C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gelaufen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habe …“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bin …“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davor?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Partizip II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Ü4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ab: Verb → Partizip II. Die ersten zwei stehen schon da.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 ge- und die Endung gelb.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5129784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C98A1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51297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Für Schnelle:   </a:t>
            </a:r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verstehen → _____    telefonieren → _____    aufräumen → _____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346704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33467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spielen  →  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</a:t>
            </a:r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300" dirty="0"/>
          </a:p>
        </p:txBody>
      </p:sp>
      <p:sp>
        <p:nvSpPr>
          <p:cNvPr id="23" name="Shape 20"/>
          <p:cNvSpPr/>
          <p:nvPr/>
        </p:nvSpPr>
        <p:spPr>
          <a:xfrm>
            <a:off x="4343400" y="3346704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617720" y="33467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gehen  →  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</a:t>
            </a:r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gang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endParaRPr lang="en-US" sz="2300" dirty="0"/>
          </a:p>
        </p:txBody>
      </p:sp>
      <p:sp>
        <p:nvSpPr>
          <p:cNvPr id="25" name="Shape 22"/>
          <p:cNvSpPr/>
          <p:nvPr/>
        </p:nvSpPr>
        <p:spPr>
          <a:xfrm>
            <a:off x="8138160" y="3346704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412480" y="33467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kaufen  →  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300" dirty="0"/>
          </a:p>
        </p:txBody>
      </p:sp>
      <p:sp>
        <p:nvSpPr>
          <p:cNvPr id="27" name="Shape 24"/>
          <p:cNvSpPr/>
          <p:nvPr/>
        </p:nvSpPr>
        <p:spPr>
          <a:xfrm>
            <a:off x="548640" y="4215384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421538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schreiben  →  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300" dirty="0"/>
          </a:p>
        </p:txBody>
      </p:sp>
      <p:sp>
        <p:nvSpPr>
          <p:cNvPr id="29" name="Shape 26"/>
          <p:cNvSpPr/>
          <p:nvPr/>
        </p:nvSpPr>
        <p:spPr>
          <a:xfrm>
            <a:off x="4343400" y="4215384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17720" y="421538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  →  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300" dirty="0"/>
          </a:p>
        </p:txBody>
      </p:sp>
      <p:sp>
        <p:nvSpPr>
          <p:cNvPr id="31" name="Shape 28"/>
          <p:cNvSpPr/>
          <p:nvPr/>
        </p:nvSpPr>
        <p:spPr>
          <a:xfrm>
            <a:off x="8138160" y="4215384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412480" y="421538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fahren  →  </a:t>
            </a:r>
            <a:pPr indent="0" marL="0">
              <a:buNone/>
            </a:pPr>
            <a:r>
              <a:rPr lang="en-US" sz="23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______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6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Perfekt mit haben oder sein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Perfekt = haben oder sein im Präsens + Partizip II.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Mit sein: Verben der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Bewegung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von A nach B (gehen, fahren) und der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Veränderung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(einschlafen, aufwachen). Die meisten anderen Verben: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Fußball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gespielt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 ·   Ich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zum Spiel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gefahren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Perfekt erzählt man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mündlich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Vergangenem – im Gespräch, im Chat. Wie im Englischen: I have played.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 von A nach B oder Veränderung? →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 oder sein?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655064"/>
          </a:xfrm>
          <a:prstGeom prst="roundRect">
            <a:avLst>
              <a:gd name="adj" fmla="val 4420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Ü5 an den Rand.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nur Nummer + Wort: habe, hat, bin, ist oder sind.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31520" y="25374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374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237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 bei Nr. 3 und 6 in einem Satz, warum dort sein steht.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Minuten · allein · leise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34670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33298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332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34670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 Samstag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erst um elf aufgewacht.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3749040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3735324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800" y="37353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749040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Dann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mit meinem Bruder gezockt.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48640" y="4151376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413766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151376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 Nachmittag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mit dem Rad zum See gefahren.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48640" y="4553712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4539996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5800" y="45399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234440" y="4553712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Meine Freundin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mir ein Video geschickt.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48640" y="4956048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494233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5800" y="4942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234440" y="4956048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Abends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noch ins Kino gegangen.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548640" y="5358384"/>
            <a:ext cx="11109960" cy="338328"/>
          </a:xfrm>
          <a:prstGeom prst="roundRect">
            <a:avLst>
              <a:gd name="adj" fmla="val 21622"/>
            </a:avLst>
          </a:prstGeom>
          <a:solidFill>
            <a:srgbClr val="F4F7FD"/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" y="534466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85800" y="53446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1234440" y="5358384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Mitternacht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_____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endlich eingeschlafen.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MERKSATZ 7 · ABSCHREIBEN UND ROT UMRAHMEN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 oder Vollverb?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10469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 und sein sind nur dann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wenn am Satzende ein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Partizip II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steht. Sonst sind sie 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Vollverben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tragen selbst die Bedeutung.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Hunger. (Vollverb)   ·   Ich 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000" b="1" dirty="0">
                <a:solidFill>
                  <a:srgbClr val="C9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gegessen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(Hilfsverb)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brauche ich das?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Hilfsverben bilden Zeitformen – wer sie erkennt, kann die Zeitform bestimmen.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40690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720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am Satzende ein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 II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Merksatz mit Beispiel ab und rahme ihn rot ein.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· OHNE HEFT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Hilfsverb oder Vollverb?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490472"/>
          </a:xfrm>
          <a:prstGeom prst="roundRect">
            <a:avLst>
              <a:gd name="adj" fmla="val 4908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 dich.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Sage: Hilfsverb oder Vollverb – und begründe mit dem Test: Steht am Satzende ein Partizip II?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· mündlich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begründet, bekommt das Wort.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11109960" cy="580644"/>
          </a:xfrm>
          <a:prstGeom prst="roundRect">
            <a:avLst>
              <a:gd name="adj" fmla="val 12598"/>
            </a:avLst>
          </a:prstGeom>
          <a:solidFill>
            <a:srgbClr val="F4F7FD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3289554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328955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182112"/>
            <a:ext cx="1028700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Handy ist kaputt.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48640" y="3826764"/>
            <a:ext cx="11109960" cy="580644"/>
          </a:xfrm>
          <a:prstGeom prst="roundRect">
            <a:avLst>
              <a:gd name="adj" fmla="val 12598"/>
            </a:avLst>
          </a:prstGeom>
          <a:solidFill>
            <a:srgbClr val="F4F7FD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3934206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39342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3826764"/>
            <a:ext cx="1028700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Handy ist runtergefallen.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548640" y="4471416"/>
            <a:ext cx="11109960" cy="580644"/>
          </a:xfrm>
          <a:prstGeom prst="roundRect">
            <a:avLst>
              <a:gd name="adj" fmla="val 12598"/>
            </a:avLst>
          </a:prstGeom>
          <a:solidFill>
            <a:srgbClr val="F4F7FD"/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" y="4578858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" y="457885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4471416"/>
            <a:ext cx="1028700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hatten keine Hausaufgaben.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548640" y="5116068"/>
            <a:ext cx="11109960" cy="580644"/>
          </a:xfrm>
          <a:prstGeom prst="roundRect">
            <a:avLst>
              <a:gd name="adj" fmla="val 12598"/>
            </a:avLst>
          </a:prstGeom>
          <a:solidFill>
            <a:srgbClr val="F4F7FD"/>
          </a:solidFill>
          <a:ln/>
        </p:spPr>
      </p:sp>
      <p:sp>
        <p:nvSpPr>
          <p:cNvPr id="29" name="Shape 26"/>
          <p:cNvSpPr/>
          <p:nvPr/>
        </p:nvSpPr>
        <p:spPr>
          <a:xfrm>
            <a:off x="685800" y="522351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52235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234440" y="5116068"/>
            <a:ext cx="1028700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Ihr habt die Hausaufgaben vergessen.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Jetzt könnt ihr es erklären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490472"/>
          </a:xfrm>
          <a:prstGeom prst="roundRect">
            <a:avLst>
              <a:gd name="adj" fmla="val 4908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 einen Fehler im Chat – mit den Fachbegriffen.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die drei korrigierten Sätze ab: Hilfsverb rot, Partizip II gelb.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gemeinsam, dann abschreiben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9326880" cy="424282"/>
          </a:xfrm>
          <a:prstGeom prst="roundRect">
            <a:avLst>
              <a:gd name="adj" fmla="val 32328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3182112"/>
            <a:ext cx="896112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 du gestern das Spiel gesehen?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2331720" y="3697834"/>
            <a:ext cx="9326880" cy="424282"/>
          </a:xfrm>
          <a:prstGeom prst="roundRect">
            <a:avLst>
              <a:gd name="adj" fmla="val 32328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560320" y="3697834"/>
            <a:ext cx="896112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Nee, ich habe erst um zehn nach Hause gegangen.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4213555"/>
            <a:ext cx="9326880" cy="424282"/>
          </a:xfrm>
          <a:prstGeom prst="roundRect">
            <a:avLst>
              <a:gd name="adj" fmla="val 32328"/>
            </a:avLst>
          </a:prstGeom>
          <a:solidFill>
            <a:srgbClr val="F4F7F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4213555"/>
            <a:ext cx="896112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Schade. Wir sind echt stark gespielt.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331720" y="4729277"/>
            <a:ext cx="9326880" cy="424282"/>
          </a:xfrm>
          <a:prstGeom prst="roundRect">
            <a:avLst>
              <a:gd name="adj" fmla="val 32328"/>
            </a:avLst>
          </a:prstGeom>
          <a:solidFill>
            <a:srgbClr val="EAF0F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560320" y="4729277"/>
            <a:ext cx="896112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hat die Tore geschießt?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244998"/>
            <a:ext cx="9326880" cy="424282"/>
          </a:xfrm>
          <a:prstGeom prst="roundRect">
            <a:avLst>
              <a:gd name="adj" fmla="val 32328"/>
            </a:avLst>
          </a:prstGeom>
          <a:solidFill>
            <a:srgbClr val="F4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7240" y="5244998"/>
            <a:ext cx="896112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Mo: 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hatte zwei Treffer. Das dritte hat Ali gemacht.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 · OHNE HEFT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Exit-Ticket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490472"/>
          </a:xfrm>
          <a:prstGeom prst="roundRect">
            <a:avLst>
              <a:gd name="adj" fmla="val 4908"/>
            </a:avLst>
          </a:prstGeom>
          <a:solidFill>
            <a:srgbClr val="EAF0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681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68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einen Zettel und schreibe deinen Namen oben hin.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0528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28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391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zu jedem Satz: Infinitiv (haben/sein) · Präsens oder Präteritum · Hilfsverb ja oder nein.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· ohne Heft     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 und noch einmal durchlesen.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Verbformen verstehen · Deutsch 7A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541782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329641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32964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182112"/>
            <a:ext cx="45948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waren im Zoo.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541782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395478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3954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3840480"/>
            <a:ext cx="45948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hast gewonnen.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6240780" y="3182112"/>
            <a:ext cx="541782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25" name="Shape 22"/>
          <p:cNvSpPr/>
          <p:nvPr/>
        </p:nvSpPr>
        <p:spPr>
          <a:xfrm>
            <a:off x="6377940" y="3296412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77940" y="32964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926580" y="3182112"/>
            <a:ext cx="45948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hatten keine Zeit.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240780" y="3840480"/>
            <a:ext cx="541782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29" name="Shape 26"/>
          <p:cNvSpPr/>
          <p:nvPr/>
        </p:nvSpPr>
        <p:spPr>
          <a:xfrm>
            <a:off x="6377940" y="3954780"/>
            <a:ext cx="365760" cy="36576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77940" y="3954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926580" y="3840480"/>
            <a:ext cx="45948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bin nach Hause gerannt.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544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schreibst du es auf – Beispiel „Ich habe gegessen.“:   haben · Präsens · ja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Verbformen verstehen – Merksätze und Übungen</dc:title>
  <dc:subject>PptxGenJS Presentation</dc:subject>
  <dc:creator>PptxGenJS</dc:creator>
  <cp:lastModifiedBy>PptxGenJS</cp:lastModifiedBy>
  <cp:revision>1</cp:revision>
  <dcterms:created xsi:type="dcterms:W3CDTF">2026-09-29T17:12:47Z</dcterms:created>
  <dcterms:modified xsi:type="dcterms:W3CDTF">2026-09-29T17:12:47Z</dcterms:modified>
</cp:coreProperties>
</file>