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nur die Übungen. Merksätze und Tafelbilder entstehen an der Tafel (siehe Tafelskript). Lösungen stehen jeweils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konnte → können · liest → lesen · bin → sein · fuhr → fahren · wusste → wissen · schläft → schlafen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haben: habe, hat, habt · sein: ist, sind, bist, bin · keine Familie: Hand, seit, hart (keine Verben)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Einmal mit einem Schüler vormachen. Beispiel: 4 Finger + „sein, früher“ → wir waren.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war · 2 hattest · 3 waren · 4 hattet · 5 Warst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gekauft · geschrieben · gegessen · gefahren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bin · 2 habe · 3 sind · 4 hat · 5 sind · 6 bin. Beim Vergleich jeweils fragen: Bewegung, Veränderung oder keins von beidem?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sein, Präteritum, nein · 2 haben, Präsens, ja · 3 haben, Präteritum, nein · 4 sein, Präsens, ja. Auswertung: „ja“ bei 1 oder 3 → Hilfsverb/Vollverb verwechselt; „Präteritum“ bei 2 oder 4 → Form des Hilfsverbs mit der Zeit des Geschehens verwechselt.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Verbformen verstehen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Übungen der Stunde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7A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Wörterbuch-Detektiv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70432"/>
          </a:xfrm>
          <a:prstGeom prst="roundRect">
            <a:avLst>
              <a:gd name="adj" fmla="val 625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jedes Wort ab und ergänze die Grundform.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29535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295351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konnte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4343400" y="29535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617720" y="295351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liest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8138160" y="29535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12480" y="295351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548640" y="427939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" y="427939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fuhr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4343400" y="427939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617720" y="427939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wusste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8138160" y="427939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12480" y="427939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schläft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gehört zu welcher Familie?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Zeichne zwei Spalten: Familie haben | Familie sein.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Sortiere die Wörter ein. Drei Wörter gehören zu keiner Familie – lass sie weg.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75818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2816352" y="375818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16352" y="375818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5084064" y="375818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84064" y="375818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7351776" y="375818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51776" y="375818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hat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9619488" y="375818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19488" y="375818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seit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548640" y="480974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0974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sind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2816352" y="480974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816352" y="480974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bist</a:t>
            </a:r>
            <a:endParaRPr lang="en-US" sz="2800" dirty="0"/>
          </a:p>
        </p:txBody>
      </p:sp>
      <p:sp>
        <p:nvSpPr>
          <p:cNvPr id="33" name="Shape 30"/>
          <p:cNvSpPr/>
          <p:nvPr/>
        </p:nvSpPr>
        <p:spPr>
          <a:xfrm>
            <a:off x="5084064" y="480974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84064" y="480974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hart</a:t>
            </a:r>
            <a:endParaRPr lang="en-US" sz="2800" dirty="0"/>
          </a:p>
        </p:txBody>
      </p:sp>
      <p:sp>
        <p:nvSpPr>
          <p:cNvPr id="35" name="Shape 32"/>
          <p:cNvSpPr/>
          <p:nvPr/>
        </p:nvSpPr>
        <p:spPr>
          <a:xfrm>
            <a:off x="7351776" y="480974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51776" y="480974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habt</a:t>
            </a:r>
            <a:endParaRPr lang="en-US" sz="2800" dirty="0"/>
          </a:p>
        </p:txBody>
      </p:sp>
      <p:sp>
        <p:nvSpPr>
          <p:cNvPr id="37" name="Shape 34"/>
          <p:cNvSpPr/>
          <p:nvPr/>
        </p:nvSpPr>
        <p:spPr>
          <a:xfrm>
            <a:off x="9619488" y="4809744"/>
            <a:ext cx="2039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619488" y="4809744"/>
            <a:ext cx="203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Fingerspiel zu zweit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Zeige mit den Fingern eine Person.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dazu: haben oder sein – jetzt oder früher.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Partner nennt die Form. Nach 5 Runden wechselt ihr.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zu zweit · Flüsterstimme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Blick nach vorn.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39242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2432304" y="3346704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32304" y="339242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2432304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15968" y="3346704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F4F7F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68" y="339242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68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/ sie / es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199632" y="3346704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F4F7F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99632" y="339242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199632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8083296" y="3346704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F4F7F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83296" y="339242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8083296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9966960" y="3346704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F4F7F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966960" y="339242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9966960" y="394106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4718304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22960" y="471830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</a:t>
            </a:r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Finger + „sein, früher“  →  </a:t>
            </a:r>
            <a:pPr indent="0" marL="0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waren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Gestern war alles anders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70432"/>
          </a:xfrm>
          <a:prstGeom prst="roundRect">
            <a:avLst>
              <a:gd name="adj" fmla="val 625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Ü3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untereinander nur die Nummer und das fehlende Wort.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2862072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937053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293705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862072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Gestern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krank.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(sein)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48640" y="3441802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351678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51678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441802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hohes Fieber.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(haben)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548640" y="4021531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685800" y="4096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8580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4021531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im Schwimmbad.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(sein)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548640" y="4601261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685800" y="467624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85800" y="46762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4601261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Ihr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keine Zeit.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(haben)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548640" y="5180990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33" name="Shape 30"/>
          <p:cNvSpPr/>
          <p:nvPr/>
        </p:nvSpPr>
        <p:spPr>
          <a:xfrm>
            <a:off x="685800" y="5255971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85800" y="525597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1234440" y="5180990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du schon einmal in Berlin?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(sein)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Partizip II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ab: Verb → Partizip II. Die ersten zwei stehen schon da.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ge- und die Endung gelb.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34670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</a:t>
            </a:r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300" dirty="0"/>
          </a:p>
        </p:txBody>
      </p:sp>
      <p:sp>
        <p:nvSpPr>
          <p:cNvPr id="21" name="Shape 18"/>
          <p:cNvSpPr/>
          <p:nvPr/>
        </p:nvSpPr>
        <p:spPr>
          <a:xfrm>
            <a:off x="4343400" y="3346704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617720" y="334670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gehen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</a:t>
            </a:r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gang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endParaRPr lang="en-US" sz="2300" dirty="0"/>
          </a:p>
        </p:txBody>
      </p:sp>
      <p:sp>
        <p:nvSpPr>
          <p:cNvPr id="23" name="Shape 20"/>
          <p:cNvSpPr/>
          <p:nvPr/>
        </p:nvSpPr>
        <p:spPr>
          <a:xfrm>
            <a:off x="8138160" y="3346704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412480" y="334670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kaufen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  <p:sp>
        <p:nvSpPr>
          <p:cNvPr id="25" name="Shape 22"/>
          <p:cNvSpPr/>
          <p:nvPr/>
        </p:nvSpPr>
        <p:spPr>
          <a:xfrm>
            <a:off x="548640" y="4535424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2960" y="453542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  <p:sp>
        <p:nvSpPr>
          <p:cNvPr id="27" name="Shape 24"/>
          <p:cNvSpPr/>
          <p:nvPr/>
        </p:nvSpPr>
        <p:spPr>
          <a:xfrm>
            <a:off x="4343400" y="4535424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617720" y="453542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  <p:sp>
        <p:nvSpPr>
          <p:cNvPr id="29" name="Shape 26"/>
          <p:cNvSpPr/>
          <p:nvPr/>
        </p:nvSpPr>
        <p:spPr>
          <a:xfrm>
            <a:off x="8138160" y="4535424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412480" y="453542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fahren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haben oder sein?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70432"/>
          </a:xfrm>
          <a:prstGeom prst="roundRect">
            <a:avLst>
              <a:gd name="adj" fmla="val 625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Ü5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nur Nummer + Wort: habe, hat, bin, ist oder sind.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2862072"/>
            <a:ext cx="11109960" cy="419100"/>
          </a:xfrm>
          <a:prstGeom prst="roundRect">
            <a:avLst>
              <a:gd name="adj" fmla="val 17455"/>
            </a:avLst>
          </a:prstGeom>
          <a:solidFill>
            <a:srgbClr val="F4F7F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88874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28887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862072"/>
            <a:ext cx="1028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Samstag </a:t>
            </a:r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früh aufgewacht.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3345180"/>
            <a:ext cx="11109960" cy="419100"/>
          </a:xfrm>
          <a:prstGeom prst="roundRect">
            <a:avLst>
              <a:gd name="adj" fmla="val 17455"/>
            </a:avLst>
          </a:prstGeom>
          <a:solidFill>
            <a:srgbClr val="F4F7FD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337185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37185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345180"/>
            <a:ext cx="1028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</a:t>
            </a:r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Pfannkuchen gebacken.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548640" y="3828288"/>
            <a:ext cx="11109960" cy="419100"/>
          </a:xfrm>
          <a:prstGeom prst="roundRect">
            <a:avLst>
              <a:gd name="adj" fmla="val 17455"/>
            </a:avLst>
          </a:prstGeom>
          <a:solidFill>
            <a:srgbClr val="F4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685800" y="385495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85800" y="385495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828288"/>
            <a:ext cx="1028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Nachmittag </a:t>
            </a:r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 zum See gefahren.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548640" y="4311396"/>
            <a:ext cx="11109960" cy="419100"/>
          </a:xfrm>
          <a:prstGeom prst="roundRect">
            <a:avLst>
              <a:gd name="adj" fmla="val 17455"/>
            </a:avLst>
          </a:prstGeom>
          <a:solidFill>
            <a:srgbClr val="F4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685800" y="4338066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85800" y="433806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4311396"/>
            <a:ext cx="1028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 Bruder </a:t>
            </a:r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Fußball gespielt.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548640" y="4794504"/>
            <a:ext cx="11109960" cy="419100"/>
          </a:xfrm>
          <a:prstGeom prst="roundRect">
            <a:avLst>
              <a:gd name="adj" fmla="val 17455"/>
            </a:avLst>
          </a:prstGeom>
          <a:solidFill>
            <a:srgbClr val="F4F7FD"/>
          </a:solidFill>
          <a:ln/>
        </p:spPr>
      </p:sp>
      <p:sp>
        <p:nvSpPr>
          <p:cNvPr id="33" name="Shape 30"/>
          <p:cNvSpPr/>
          <p:nvPr/>
        </p:nvSpPr>
        <p:spPr>
          <a:xfrm>
            <a:off x="685800" y="482117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85800" y="48211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1234440" y="4794504"/>
            <a:ext cx="1028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Abends </a:t>
            </a:r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 nach Hause gelaufen.</a:t>
            </a:r>
            <a:endParaRPr lang="en-US" sz="2100" dirty="0"/>
          </a:p>
        </p:txBody>
      </p:sp>
      <p:sp>
        <p:nvSpPr>
          <p:cNvPr id="36" name="Shape 33"/>
          <p:cNvSpPr/>
          <p:nvPr/>
        </p:nvSpPr>
        <p:spPr>
          <a:xfrm>
            <a:off x="548640" y="5277612"/>
            <a:ext cx="11109960" cy="419100"/>
          </a:xfrm>
          <a:prstGeom prst="roundRect">
            <a:avLst>
              <a:gd name="adj" fmla="val 17455"/>
            </a:avLst>
          </a:prstGeom>
          <a:solidFill>
            <a:srgbClr val="F4F7FD"/>
          </a:solidFill>
          <a:ln/>
        </p:spPr>
      </p:sp>
      <p:sp>
        <p:nvSpPr>
          <p:cNvPr id="37" name="Shape 34"/>
          <p:cNvSpPr/>
          <p:nvPr/>
        </p:nvSpPr>
        <p:spPr>
          <a:xfrm>
            <a:off x="685800" y="530428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85800" y="530428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234440" y="5277612"/>
            <a:ext cx="1028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neun </a:t>
            </a:r>
            <a:pPr indent="0" marL="0">
              <a:buNone/>
            </a:pPr>
            <a:r>
              <a:rPr lang="en-US" sz="21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eingeschlafen.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Exit-Ticket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490472"/>
          </a:xfrm>
          <a:prstGeom prst="roundRect">
            <a:avLst>
              <a:gd name="adj" fmla="val 4908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Nimm einen Zettel und schreibe deinen Namen oben hin.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zu jedem Satz: Familie (haben/sein) · Präsens oder Präteritum · Hilfsverb ja oder nein.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ohne Heft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32964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32964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182112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waren im Zoo.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395478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9547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840480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hast gewonnen.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6240780" y="3182112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6377940" y="32964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77940" y="32964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926580" y="3182112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 hatten keine Zeit.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6240780" y="3840480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6377940" y="395478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77940" y="39547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26580" y="3840480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bin nach Hause gerannt.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544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schreibst du es auf – Beispiel „Ich habe gegessen.“:   haben · Präsens · ja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Verbformen verstehen – Übungen</dc:title>
  <dc:subject>PptxGenJS Presentation</dc:subject>
  <dc:creator>PptxGenJS</dc:creator>
  <cp:lastModifiedBy>PptxGenJS</cp:lastModifiedBy>
  <cp:revision>1</cp:revision>
  <dcterms:created xsi:type="dcterms:W3CDTF">2026-09-29T11:24:26Z</dcterms:created>
  <dcterms:modified xsi:type="dcterms:W3CDTF">2026-09-29T11:24:26Z</dcterms:modified>
</cp:coreProperties>
</file>