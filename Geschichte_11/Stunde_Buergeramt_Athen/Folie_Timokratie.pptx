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 mündlich: Solon teilte die Bürger 594 v. Chr. nach ihrer Ernte in vier Klassen ein. Nur Fünfhundertscheffler konnten Archont werden; Theten durften abstimmen, aber kein Amt übernehmen.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Timokratie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griech. timē = Wert, Schätzung · kratein = herrschen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2240280"/>
          </a:xfrm>
          <a:prstGeom prst="rect">
            <a:avLst/>
          </a:prstGeom>
          <a:solidFill>
            <a:srgbClr val="AD4426"/>
          </a:solidFill>
          <a:ln w="12700">
            <a:solidFill>
              <a:srgbClr val="AD4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Timokratie ist eine Staatsform, in der die politischen Rechte vom </a:t>
            </a:r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Besitz</a:t>
            </a:r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abhängen. Die Bürger werden nach ihrem Vermögen in Klassen eingeteilt. Je reicher jemand ist, desto mehr Rechte hat er – vor allem bei der Frage, wer ein Amt übernehmen darf.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31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Merke: 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mehr hat, darf mehr.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Timokratie</dc:title>
  <dc:subject>PptxGenJS Presentation</dc:subject>
  <dc:creator>PptxGenJS</dc:creator>
  <cp:lastModifiedBy>PptxGenJS</cp:lastModifiedBy>
  <cp:revision>1</cp:revision>
  <dcterms:created xsi:type="dcterms:W3CDTF">2026-10-07T09:23:33Z</dcterms:created>
  <dcterms:modified xsi:type="dcterms:W3CDTF">2026-10-07T09:23:33Z</dcterms:modified>
</cp:coreProperties>
</file>