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chule/Geschichte_11/Stunde_Buergeramt_Athen/Schaubild_Verfassung_Solon_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5138928" cy="4764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23560" y="182880"/>
            <a:ext cx="3291840" cy="4764024"/>
          </a:xfrm>
          <a:prstGeom prst="rect">
            <a:avLst/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52160" y="365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S. 21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852160" y="731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Verfassung des Solon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(594 v. Chr.)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852160" y="20116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farbigen Pfeile zeigen, in welche Ämter die vier Klassen gewählt werden können.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52160" y="34290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Klasse: ab 500 Scheffel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Klasse: ab 300 Scheffel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Klasse: ab 200 Scheffel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Klasse: unter 200 Scheffel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Verfassung des Solon</dc:title>
  <dc:subject>PptxGenJS Presentation</dc:subject>
  <dc:creator>PptxGenJS</dc:creator>
  <cp:lastModifiedBy>PptxGenJS</cp:lastModifiedBy>
  <cp:revision>1</cp:revision>
  <dcterms:created xsi:type="dcterms:W3CDTF">2026-10-07T09:42:54Z</dcterms:created>
  <dcterms:modified xsi:type="dcterms:W3CDTF">2026-10-07T09:42:54Z</dcterms:modified>
</cp:coreProperties>
</file>