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 Ende der Montagsstunde zeigen (ca. 1 Min.). Testinhalte: Probleme um 600 und Schuldknechtschaft; richtig/falsch zu Drakon, Solon, Peisistratos und zu Herrschaftsformen; stummes Verfassungsschaubild (Ämter, Klassen, Rechte, Pfeile); S/W erkennen, schwaches Werturteil verbessern; Sach- und Werturteil zu Solon selbst schreiben.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Zusammenfassung: Klausurvorbereitung/Zusammenfassung_Athen_bis_Peisistratos.pdf (ggf. mit der Audiodatei). Maßstäbe: Gleichheit, Leistung, Schutz der Schwachen, gleiche Regeln.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4632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98C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4632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98C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37160"/>
            <a:ext cx="8321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B2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am Mittwoch · 45 Min.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1188720"/>
            <a:ext cx="457200" cy="457200"/>
          </a:xfrm>
          <a:prstGeom prst="ellipse">
            <a:avLst/>
          </a:prstGeom>
          <a:solidFill>
            <a:srgbClr val="AD442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117043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Krise Athens um 600 v. Chr.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1901952"/>
            <a:ext cx="457200" cy="457200"/>
          </a:xfrm>
          <a:prstGeom prst="ellipse">
            <a:avLst/>
          </a:prstGeom>
          <a:solidFill>
            <a:srgbClr val="AD442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883664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Drakon, Solon, Peisistratos: Maßnahmen</a:t>
            </a:r>
            <a:endParaRPr lang="en-US" sz="2700" dirty="0"/>
          </a:p>
        </p:txBody>
      </p:sp>
      <p:sp>
        <p:nvSpPr>
          <p:cNvPr id="7" name="Text 5"/>
          <p:cNvSpPr txBox="1"/>
          <p:nvPr/>
        </p:nvSpPr>
        <p:spPr>
          <a:xfrm>
            <a:off x="411480" y="2615184"/>
            <a:ext cx="457200" cy="457200"/>
          </a:xfrm>
          <a:prstGeom prst="ellipse">
            <a:avLst/>
          </a:prstGeom>
          <a:solidFill>
            <a:srgbClr val="AD442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7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2596896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Herrschaftsformen mit Übersetzung</a:t>
            </a:r>
            <a:endParaRPr lang="en-US" sz="2700" dirty="0"/>
          </a:p>
        </p:txBody>
      </p:sp>
      <p:sp>
        <p:nvSpPr>
          <p:cNvPr id="9" name="Text 7"/>
          <p:cNvSpPr txBox="1"/>
          <p:nvPr/>
        </p:nvSpPr>
        <p:spPr>
          <a:xfrm>
            <a:off x="411480" y="3328416"/>
            <a:ext cx="457200" cy="457200"/>
          </a:xfrm>
          <a:prstGeom prst="ellipse">
            <a:avLst/>
          </a:prstGeom>
          <a:solidFill>
            <a:srgbClr val="AD442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7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331012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Solons Verfassung: das Schaubild</a:t>
            </a:r>
            <a:endParaRPr lang="en-US" sz="2700" dirty="0"/>
          </a:p>
        </p:txBody>
      </p:sp>
      <p:sp>
        <p:nvSpPr>
          <p:cNvPr id="11" name="Text 9"/>
          <p:cNvSpPr txBox="1"/>
          <p:nvPr/>
        </p:nvSpPr>
        <p:spPr>
          <a:xfrm>
            <a:off x="411480" y="4041648"/>
            <a:ext cx="457200" cy="457200"/>
          </a:xfrm>
          <a:prstGeom prst="ellipse">
            <a:avLst/>
          </a:prstGeom>
          <a:solidFill>
            <a:srgbClr val="AD442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40233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Sach- und Werturteil erkennen und schreiben</a:t>
            </a:r>
            <a:endParaRPr lang="en-US" sz="2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4632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98C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37160"/>
            <a:ext cx="8321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B2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bereitest du dich vor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11480" y="1188720"/>
            <a:ext cx="8321040" cy="731520"/>
          </a:xfrm>
          <a:prstGeom prst="roundRect">
            <a:avLst>
              <a:gd name="adj" fmla="val 10000"/>
            </a:avLst>
          </a:prstGeom>
          <a:solidFill>
            <a:srgbClr val="2B2318"/>
          </a:solidFill>
          <a:ln w="12700">
            <a:solidFill>
              <a:srgbClr val="2B231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188720"/>
            <a:ext cx="7955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Kleisthenes kommt noch nicht dran.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11480" y="2103120"/>
            <a:ext cx="8321040" cy="731520"/>
          </a:xfrm>
          <a:prstGeom prst="roundRect">
            <a:avLst>
              <a:gd name="adj" fmla="val 10000"/>
            </a:avLst>
          </a:prstGeom>
          <a:solidFill>
            <a:srgbClr val="F4ECDE"/>
          </a:solidFill>
          <a:ln w="12700">
            <a:solidFill>
              <a:srgbClr val="F4ECD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2103120"/>
            <a:ext cx="7955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Zusammenfassung lesen (Athen bis Peisistratos).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411480" y="2971800"/>
            <a:ext cx="83210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2971800"/>
            <a:ext cx="7955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Solons Schaubild aus dem Gedächtnis zeichnen.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411480" y="3840480"/>
            <a:ext cx="8321040" cy="731520"/>
          </a:xfrm>
          <a:prstGeom prst="roundRect">
            <a:avLst>
              <a:gd name="adj" fmla="val 10000"/>
            </a:avLst>
          </a:prstGeom>
          <a:solidFill>
            <a:srgbClr val="F4ECDE"/>
          </a:solidFill>
          <a:ln w="12700">
            <a:solidFill>
              <a:srgbClr val="F4ECD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3840480"/>
            <a:ext cx="7955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Maßstäbe für Werturteile wiederholen.</a:t>
            </a:r>
            <a:endParaRPr lang="en-US" sz="2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4632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98C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Testankündigung</dc:title>
  <dc:subject>PptxGenJS Presentation</dc:subject>
  <dc:creator>PptxGenJS</dc:creator>
  <cp:lastModifiedBy>PptxGenJS</cp:lastModifiedBy>
  <cp:revision>1</cp:revision>
  <dcterms:created xsi:type="dcterms:W3CDTF">2026-10-29T15:54:37Z</dcterms:created>
  <dcterms:modified xsi:type="dcterms:W3CDTF">2026-10-29T15:54:37Z</dcterms:modified>
</cp:coreProperties>
</file>