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(Rollenkarten, 2 Sätze Expertenkarten, 7 Exit-Tickets). Aufs Pult: Tippkarten und Lösungsblätter.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können: Lena will eigentlich nur Sicherheit für morgen. Ausführlicher Erwartungshorizont: Lehrermaterial S.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(7 Personen) zusammen. Dann Timer auf 17 Minuten, die Zeit-Person achtet auf die Teilphasen. Tandems: B, C, D werden zu zweit gelesen, A allein. Ab ca. Minute 31 Folie 6 (Werkzeugkasten) einblenden und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Überblicksfolie, kein Vortrag. Sie steht ab ca. Minute 31 und dient im Unterrichtsgespräch 2 als Stütze: „Welche Strategie erkennt ihr – und an welcher Formulierung?“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nachdem alle drei Gruppen ihre Version vorgelesen haben – als eine mögliche Lösung, nicht als die richtige. Vollständige Musterlösung: Lehrermaterial S.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5 Minuten eine Runde gehen: Hat jede Gruppe eine eigene Situation? Notfall-Ideen nur ausgeben, wenn Tippkarte 1 nicht geholfen hat. Mit 7 Personen: Besetzung A (2–4), Besetzung B (2–4), Rest Regie – so steht fast jede Person einmal auf der Bühne. Um ca. Minute 55 eine Person als Moderation gewinnen und ihr die Moderationskarte geben. Zum Proben dürfen Gruppen in Flur oder Ecken.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an der Tür einsammeln. Erwartungshorizont: Lehrermaterial S. 4. Zwei oder drei gelungene Formulierungen können die nächste Stunde eröffnen.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GRUPPENPUZZLE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Gespräch retten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 · drei Gruppen à 7: Wandreihe · Mittelreihe · Fensterreihe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Zuerst (3 Min.): als Reihe zusammenrücken, Umschlag öffnen, Rollen verteilen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den Timer im Blick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4992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47872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auf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1344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4224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kommen zu Wort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97696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0576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 Karten · fragt als Einzige die Lehrkraft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4'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liest eine Person allein, B, C und D je ein Tandem.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9768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628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Erklären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Reihum: jede Strategie in höchstens 90 Sekunden – mit Beispiel.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4672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6'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Umschreiben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ab Zeile 3 gemeinsam neu schreiben, alle schreiben mit. Checkliste prüfen.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Die Protokoll-Person liest eure Version im Unterrichtsgespräch vor.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Strategien, um ein kippendes Gespräch zu retten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4" name="Shape 12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4 · Denkt euch selbst eine Situation aus!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2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97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4 MIN.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Bevor du gehst …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7614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Formuliere als Ich-Botschaft mit Bitte: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46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hörst du mir zu!“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3616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Woran erkennst du, dass ein Gespräch gerade kippt? Nenne zwei Signale.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2026-09-25T18:54:55Z</dcterms:created>
  <dcterms:modified xsi:type="dcterms:W3CDTF">2026-09-25T18:54:55Z</dcterms:modified>
</cp:coreProperties>
</file>