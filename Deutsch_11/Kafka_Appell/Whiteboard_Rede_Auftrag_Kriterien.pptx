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14400"/>
          </a:xfrm>
          <a:prstGeom prst="round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Transfer: Kafkas Rede an den Vater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9966960" y="137160"/>
            <a:ext cx="1920240" cy="640080"/>
          </a:xfrm>
          <a:prstGeom prst="roundRect">
            <a:avLst>
              <a:gd name="adj" fmla="val 17143"/>
            </a:avLst>
          </a:prstGeom>
          <a:solidFill>
            <a:srgbClr val="D9534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966960" y="13716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Min.</a:t>
            </a:r>
            <a:endParaRPr lang="en-US" sz="2700" dirty="0"/>
          </a:p>
        </p:txBody>
      </p:sp>
      <p:sp>
        <p:nvSpPr>
          <p:cNvPr id="6" name="Shape 4"/>
          <p:cNvSpPr/>
          <p:nvPr/>
        </p:nvSpPr>
        <p:spPr>
          <a:xfrm>
            <a:off x="457200" y="1097280"/>
            <a:ext cx="11247120" cy="1600200"/>
          </a:xfrm>
          <a:prstGeom prst="roundRect">
            <a:avLst>
              <a:gd name="adj" fmla="val 4571"/>
            </a:avLst>
          </a:prstGeom>
          <a:solidFill>
            <a:srgbClr val="F4F7F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1143000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 Brods Brief hat gewirkt: Der Vater hört zu. Schreibe die Rede, die Franz jetzt an ihn hält.</a:t>
            </a:r>
            <a:endParaRPr lang="en-US" sz="27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14884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i="1" dirty="0">
                <a:solidFill>
                  <a:srgbClr val="5B6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6–8 Sätze · allein · in den Hefter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457200" y="28803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57200" y="28803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880360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Anrede: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„Vater, …“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457200" y="3648456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57200" y="3648456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3648456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Ich-Botschaften: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zwei: Gefühl + Wirkung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57200" y="4416552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57200" y="4416552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700" dirty="0"/>
          </a:p>
        </p:txBody>
      </p:sp>
      <p:sp>
        <p:nvSpPr>
          <p:cNvPr id="17" name="Text 15"/>
          <p:cNvSpPr txBox="1"/>
          <p:nvPr/>
        </p:nvSpPr>
        <p:spPr>
          <a:xfrm>
            <a:off x="1280160" y="4416552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Offener Appell: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klare Bitte</a:t>
            </a:r>
            <a:endParaRPr lang="en-US" sz="2700" dirty="0"/>
          </a:p>
        </p:txBody>
      </p:sp>
      <p:sp>
        <p:nvSpPr>
          <p:cNvPr id="18" name="Shape 16"/>
          <p:cNvSpPr/>
          <p:nvPr/>
        </p:nvSpPr>
        <p:spPr>
          <a:xfrm>
            <a:off x="457200" y="5184648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457200" y="5184648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700" dirty="0"/>
          </a:p>
        </p:txBody>
      </p:sp>
      <p:sp>
        <p:nvSpPr>
          <p:cNvPr id="20" name="Text 18"/>
          <p:cNvSpPr txBox="1"/>
          <p:nvPr/>
        </p:nvSpPr>
        <p:spPr>
          <a:xfrm>
            <a:off x="1280160" y="5184648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Bezug zum Text: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Wort, Hand, Blick</a:t>
            </a:r>
            <a:endParaRPr lang="en-US" sz="2700" dirty="0"/>
          </a:p>
        </p:txBody>
      </p:sp>
      <p:sp>
        <p:nvSpPr>
          <p:cNvPr id="21" name="Shape 19"/>
          <p:cNvSpPr/>
          <p:nvPr/>
        </p:nvSpPr>
        <p:spPr>
          <a:xfrm>
            <a:off x="457200" y="5952744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57200" y="5952744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700" dirty="0"/>
          </a:p>
        </p:txBody>
      </p:sp>
      <p:sp>
        <p:nvSpPr>
          <p:cNvPr id="23" name="Text 21"/>
          <p:cNvSpPr txBox="1"/>
          <p:nvPr/>
        </p:nvSpPr>
        <p:spPr>
          <a:xfrm>
            <a:off x="1280160" y="5952744"/>
            <a:ext cx="10424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Respektvoller Ton:  </a:t>
            </a:r>
            <a:pPr indent="0" marL="0">
              <a:buNone/>
            </a:pPr>
            <a:r>
              <a:rPr lang="en-US" sz="27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Vorwürfe</a:t>
            </a:r>
            <a:endParaRPr lang="en-US" sz="2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Rede an den Vater – Auftrag und Kriterien</dc:title>
  <dc:subject>PptxGenJS Presentation</dc:subject>
  <dc:creator>PptxGenJS</dc:creator>
  <cp:lastModifiedBy>PptxGenJS</cp:lastModifiedBy>
  <cp:revision>1</cp:revision>
  <dcterms:created xsi:type="dcterms:W3CDTF">2026-10-14T08:03:51Z</dcterms:created>
  <dcterms:modified xsi:type="dcterms:W3CDTF">2026-10-14T08:03:51Z</dcterms:modified>
</cp:coreProperties>
</file>