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ound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97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· ALLEIN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84048"/>
            <a:ext cx="9418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Kafkas Rede an den Vater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10058400" y="164592"/>
            <a:ext cx="1737360" cy="640080"/>
          </a:xfrm>
          <a:prstGeom prst="roundRect">
            <a:avLst>
              <a:gd name="adj" fmla="val 17143"/>
            </a:avLst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0" y="164592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118872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F4F7F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1261872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 Brods Brief hat gewirkt: Hermann Kafka ist bereit, seinem Sohn zuzuhören. Schreibe die Rede, die Franz jetzt an seinen Vater hält.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96596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8–10 Sätze · allein · in den Hefter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514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Deine Rede muss enthalten: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01752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Anrede: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Franz spricht den Vater direkt an („Vater, …“).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370332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70332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Ich-Botschaften: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zwei: Gefühl + Wirkung („Ich fühle mich …, wenn Du …“).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548640" y="438912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389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438912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Offener Appell: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klare Bitte: Was soll der Vater künftig tun?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548640" y="507492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5074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07492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Bezug zum Text: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Kafkas Wünsche aus dem Brief kommen vor (Wort, Hand, Blick).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548640" y="576072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5760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1280160" y="576072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Respektvoller Ton: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Vorwürfe – Kafka sucht keine Schuld.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Rede an den Vater – Auftrag und Kriterien</dc:title>
  <dc:subject>PptxGenJS Presentation</dc:subject>
  <dc:creator>PptxGenJS</dc:creator>
  <cp:lastModifiedBy>PptxGenJS</cp:lastModifiedBy>
  <cp:revision>1</cp:revision>
  <dcterms:created xsi:type="dcterms:W3CDTF">2026-10-12T18:04:53Z</dcterms:created>
  <dcterms:modified xsi:type="dcterms:W3CDTF">2026-10-12T18:04:53Z</dcterms:modified>
</cp:coreProperties>
</file>