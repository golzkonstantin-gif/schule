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Transfer: Kafkas Rede an den Vater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4300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an Hermann Kafka war erfolgreich: Der Vater ist bereit, seinem Sohn zuzuhören.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als Franz eine Rede an den Vater, in der du an ihn appellierst.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100–150 Wörter · allein · in den Hefter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54787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547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2044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„Vater, …“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57200" y="418795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1879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16052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zwei: Gefühl + Wirkung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457200" y="482803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828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80060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 klare Bitte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457200" y="546811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5468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44068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Kafkas Wünsche: Wort, Hand, Blick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457200" y="610819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61081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608076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ehrlich, mutig, respektvoll – keine Vorwürfe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2026-10-14T13:08:11Z</dcterms:created>
  <dcterms:modified xsi:type="dcterms:W3CDTF">2026-10-14T13:08:11Z</dcterms:modified>
</cp:coreProperties>
</file>