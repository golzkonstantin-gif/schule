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Transfer: Kafkas Rede an den Vater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1247120" cy="1783080"/>
          </a:xfrm>
          <a:prstGeom prst="roundRect">
            <a:avLst>
              <a:gd name="adj" fmla="val 4103"/>
            </a:avLst>
          </a:prstGeom>
          <a:solidFill>
            <a:srgbClr val="F4F7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143000"/>
            <a:ext cx="10789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 Brods Brief an Hermann Kafka war erfolgreich: Der Vater ist bereit, seinem Sohn zuzuhören.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Schreibe als Franz eine Rede an den Vater, in der du an ihn appellierst.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9718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100–150 Wörter · allein · in den Hefter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457200" y="3547872"/>
            <a:ext cx="530352" cy="53035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35478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3520440"/>
            <a:ext cx="10515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Anrede: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„Vater, …“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457200" y="4187952"/>
            <a:ext cx="530352" cy="53035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418795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4160520"/>
            <a:ext cx="10515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Ich-Botschaften: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zwei: Gefühl + Wirkung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457200" y="4828032"/>
            <a:ext cx="530352" cy="53035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48280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800600"/>
            <a:ext cx="10515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Offener Appell: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eine klare Bitte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457200" y="5468112"/>
            <a:ext cx="530352" cy="53035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54681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5440680"/>
            <a:ext cx="10515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Bezug zum Text: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Kafkas Wünsche: Wort, Hand, Blick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457200" y="6108192"/>
            <a:ext cx="530352" cy="53035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610819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7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6080760"/>
            <a:ext cx="10515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ehrlich, mutig, respektvoll – keine Vorwürfe</a:t>
            </a:r>
            <a:endParaRPr lang="en-US" sz="2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Rede an den Vater – Auftrag und Kriterien</dc:title>
  <dc:subject>PptxGenJS Presentation</dc:subject>
  <dc:creator>PptxGenJS</dc:creator>
  <cp:lastModifiedBy>PptxGenJS</cp:lastModifiedBy>
  <cp:revision>1</cp:revision>
  <dcterms:created xsi:type="dcterms:W3CDTF">2026-10-15T08:58:43Z</dcterms:created>
  <dcterms:modified xsi:type="dcterms:W3CDTF">2026-10-15T08:58:43Z</dcterms:modified>
</cp:coreProperties>
</file>