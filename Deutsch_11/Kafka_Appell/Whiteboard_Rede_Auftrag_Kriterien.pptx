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Transfer: Kafkas Rede an den Vater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4300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Brods Brief an Hermann Kafka war erfolgreich: Der Vater ist bereit, seinem Sohn zuzuhören.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Schreibe als Franz eine Rede an den Vater, in der du an ihn appellierst.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100–150 Wörter · allein · in den Hefter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354787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547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52044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Anrede:  </a:t>
            </a:r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„Vater, …“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57200" y="418795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4187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6052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Ich-Botschaften:  </a:t>
            </a:r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zwei: Gefühl + Wirkung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57200" y="482803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828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80060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Appell:  </a:t>
            </a:r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 klare Bitte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457200" y="546811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468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44068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 zum Text:  </a:t>
            </a:r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Kafkas Wünsche: Wort, Hand, Blick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57200" y="610819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6108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6080760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Ton:  </a:t>
            </a:r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ehrlich, mutig, respektvoll – keine Vorwürfe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 an den Vater – Auftrag und Kriterien</dc:title>
  <dc:subject>PptxGenJS Presentation</dc:subject>
  <dc:creator>PptxGenJS</dc:creator>
  <cp:lastModifiedBy>PptxGenJS</cp:lastModifiedBy>
  <cp:revision>1</cp:revision>
  <dcterms:created xsi:type="dcterms:W3CDTF">2026-10-14T20:28:40Z</dcterms:created>
  <dcterms:modified xsi:type="dcterms:W3CDTF">2026-10-14T20:28:40Z</dcterms:modified>
</cp:coreProperties>
</file>